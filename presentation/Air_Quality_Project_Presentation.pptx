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1"/>
  </p:notesMasterIdLst>
  <p:sldIdLst>
    <p:sldId id="256" r:id="rId2"/>
    <p:sldId id="258" r:id="rId3"/>
    <p:sldId id="259" r:id="rId4"/>
    <p:sldId id="260" r:id="rId5"/>
    <p:sldId id="261" r:id="rId6"/>
    <p:sldId id="262" r:id="rId7"/>
    <p:sldId id="297" r:id="rId8"/>
    <p:sldId id="264" r:id="rId9"/>
    <p:sldId id="266" r:id="rId10"/>
    <p:sldId id="317" r:id="rId11"/>
    <p:sldId id="316" r:id="rId12"/>
    <p:sldId id="318" r:id="rId13"/>
    <p:sldId id="319" r:id="rId14"/>
    <p:sldId id="320" r:id="rId15"/>
    <p:sldId id="300" r:id="rId16"/>
    <p:sldId id="305" r:id="rId17"/>
    <p:sldId id="306" r:id="rId18"/>
    <p:sldId id="307" r:id="rId19"/>
    <p:sldId id="299" r:id="rId20"/>
    <p:sldId id="308" r:id="rId21"/>
    <p:sldId id="309" r:id="rId22"/>
    <p:sldId id="311" r:id="rId23"/>
    <p:sldId id="312" r:id="rId24"/>
    <p:sldId id="301" r:id="rId25"/>
    <p:sldId id="313" r:id="rId26"/>
    <p:sldId id="271" r:id="rId27"/>
    <p:sldId id="302" r:id="rId28"/>
    <p:sldId id="274" r:id="rId29"/>
    <p:sldId id="304" r:id="rId30"/>
  </p:sldIdLst>
  <p:sldSz cx="9144000" cy="5143500" type="screen16x9"/>
  <p:notesSz cx="6858000" cy="9144000"/>
  <p:embeddedFontLst>
    <p:embeddedFont>
      <p:font typeface="Anaheim" panose="020B0604020202020204" charset="0"/>
      <p:regular r:id="rId32"/>
      <p:bold r:id="rId33"/>
    </p:embeddedFont>
    <p:embeddedFont>
      <p:font typeface="Baloo 2 ExtraBold" panose="020B0604020202020204" charset="0"/>
      <p:bold r:id="rId34"/>
    </p:embeddedFont>
    <p:embeddedFont>
      <p:font typeface="DM Sans" pitchFamily="2" charset="0"/>
      <p:regular r:id="rId35"/>
      <p:bold r:id="rId36"/>
      <p:italic r:id="rId37"/>
      <p:boldItalic r:id="rId38"/>
    </p:embeddedFont>
    <p:embeddedFont>
      <p:font typeface="Nunito Light" pitchFamily="2" charset="0"/>
      <p:regular r:id="rId39"/>
      <p:italic r:id="rId40"/>
    </p:embeddedFont>
    <p:embeddedFont>
      <p:font typeface="Roboto" panose="020000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A78"/>
    <a:srgbClr val="FFCC66"/>
    <a:srgbClr val="FFFFFF"/>
    <a:srgbClr val="579BFF"/>
    <a:srgbClr val="5BC85B"/>
    <a:srgbClr val="FF9043"/>
    <a:srgbClr val="CE906D"/>
    <a:srgbClr val="808000"/>
    <a:srgbClr val="BBB1A1"/>
    <a:srgbClr val="EBC8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6260E0-3397-4C72-B3DF-A569C9F9FBC1}">
  <a:tblStyle styleId="{686260E0-3397-4C72-B3DF-A569C9F9FBC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C220264-F3E0-477B-839C-F5D3849C73A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94660"/>
  </p:normalViewPr>
  <p:slideViewPr>
    <p:cSldViewPr snapToGrid="0">
      <p:cViewPr varScale="1">
        <p:scale>
          <a:sx n="100" d="100"/>
          <a:sy n="100" d="100"/>
        </p:scale>
        <p:origin x="566" y="67"/>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s shabalah" userId="65735292ab26e956" providerId="LiveId" clId="{B209EAC3-AAD6-4FF1-B5B5-32EBA90ABAF1}"/>
    <pc:docChg chg="custSel modSld">
      <pc:chgData name="anas shabalah" userId="65735292ab26e956" providerId="LiveId" clId="{B209EAC3-AAD6-4FF1-B5B5-32EBA90ABAF1}" dt="2025-09-26T22:45:07.109" v="49" actId="478"/>
      <pc:docMkLst>
        <pc:docMk/>
      </pc:docMkLst>
      <pc:sldChg chg="addSp delSp modSp mod">
        <pc:chgData name="anas shabalah" userId="65735292ab26e956" providerId="LiveId" clId="{B209EAC3-AAD6-4FF1-B5B5-32EBA90ABAF1}" dt="2025-09-26T22:45:07.109" v="49" actId="478"/>
        <pc:sldMkLst>
          <pc:docMk/>
          <pc:sldMk cId="0" sldId="256"/>
        </pc:sldMkLst>
        <pc:spChg chg="mod">
          <ac:chgData name="anas shabalah" userId="65735292ab26e956" providerId="LiveId" clId="{B209EAC3-AAD6-4FF1-B5B5-32EBA90ABAF1}" dt="2025-09-26T22:44:51.386" v="45" actId="1076"/>
          <ac:spMkLst>
            <pc:docMk/>
            <pc:sldMk cId="0" sldId="256"/>
            <ac:spMk id="2" creationId="{BBD0FADE-62A1-8AB8-0A67-104D549A5DCA}"/>
          </ac:spMkLst>
        </pc:spChg>
        <pc:spChg chg="add del mod">
          <ac:chgData name="anas shabalah" userId="65735292ab26e956" providerId="LiveId" clId="{B209EAC3-AAD6-4FF1-B5B5-32EBA90ABAF1}" dt="2025-09-26T22:45:07.109" v="49" actId="478"/>
          <ac:spMkLst>
            <pc:docMk/>
            <pc:sldMk cId="0" sldId="256"/>
            <ac:spMk id="4" creationId="{1AF27B63-5DCA-04C1-165D-6534B1E73F47}"/>
          </ac:spMkLst>
        </pc:spChg>
        <pc:spChg chg="del">
          <ac:chgData name="anas shabalah" userId="65735292ab26e956" providerId="LiveId" clId="{B209EAC3-AAD6-4FF1-B5B5-32EBA90ABAF1}" dt="2025-09-26T22:44:55.703" v="47" actId="478"/>
          <ac:spMkLst>
            <pc:docMk/>
            <pc:sldMk cId="0" sldId="256"/>
            <ac:spMk id="665" creationId="{00000000-0000-0000-0000-000000000000}"/>
          </ac:spMkLst>
        </pc:spChg>
        <pc:spChg chg="mod">
          <ac:chgData name="anas shabalah" userId="65735292ab26e956" providerId="LiveId" clId="{B209EAC3-AAD6-4FF1-B5B5-32EBA90ABAF1}" dt="2025-09-26T22:44:42.556" v="44" actId="120"/>
          <ac:spMkLst>
            <pc:docMk/>
            <pc:sldMk cId="0" sldId="256"/>
            <ac:spMk id="667" creationId="{00000000-0000-0000-0000-000000000000}"/>
          </ac:spMkLst>
        </pc:spChg>
        <pc:spChg chg="del">
          <ac:chgData name="anas shabalah" userId="65735292ab26e956" providerId="LiveId" clId="{B209EAC3-AAD6-4FF1-B5B5-32EBA90ABAF1}" dt="2025-09-26T22:44:53.500" v="46" actId="478"/>
          <ac:spMkLst>
            <pc:docMk/>
            <pc:sldMk cId="0" sldId="256"/>
            <ac:spMk id="668" creationId="{00000000-0000-0000-0000-000000000000}"/>
          </ac:spMkLst>
        </pc:spChg>
      </pc:sldChg>
    </pc:docChg>
  </pc:docChgLst>
  <pc:docChgLst>
    <pc:chgData name="anas shabalah" userId="65735292ab26e956" providerId="LiveId" clId="{C6AB95A4-B379-4A83-8DB1-092EE81492A7}"/>
    <pc:docChg chg="undo redo custSel delSld modSld sldOrd">
      <pc:chgData name="anas shabalah" userId="65735292ab26e956" providerId="LiveId" clId="{C6AB95A4-B379-4A83-8DB1-092EE81492A7}" dt="2025-04-28T18:56:32.675" v="1140" actId="1076"/>
      <pc:docMkLst>
        <pc:docMk/>
      </pc:docMkLst>
      <pc:sldChg chg="addSp delSp modSp mod">
        <pc:chgData name="anas shabalah" userId="65735292ab26e956" providerId="LiveId" clId="{C6AB95A4-B379-4A83-8DB1-092EE81492A7}" dt="2025-04-28T18:56:32.675" v="1140" actId="1076"/>
        <pc:sldMkLst>
          <pc:docMk/>
          <pc:sldMk cId="0" sldId="260"/>
        </pc:sldMkLst>
      </pc:sldChg>
      <pc:sldChg chg="modSp mod">
        <pc:chgData name="anas shabalah" userId="65735292ab26e956" providerId="LiveId" clId="{C6AB95A4-B379-4A83-8DB1-092EE81492A7}" dt="2025-04-28T15:14:45.050" v="0" actId="207"/>
        <pc:sldMkLst>
          <pc:docMk/>
          <pc:sldMk cId="0" sldId="262"/>
        </pc:sldMkLst>
      </pc:sldChg>
      <pc:sldChg chg="delSp modSp mod modNotesTx">
        <pc:chgData name="anas shabalah" userId="65735292ab26e956" providerId="LiveId" clId="{C6AB95A4-B379-4A83-8DB1-092EE81492A7}" dt="2025-04-28T15:17:04.533" v="24" actId="478"/>
        <pc:sldMkLst>
          <pc:docMk/>
          <pc:sldMk cId="0" sldId="264"/>
        </pc:sldMkLst>
      </pc:sldChg>
      <pc:sldChg chg="addSp delSp modSp mod">
        <pc:chgData name="anas shabalah" userId="65735292ab26e956" providerId="LiveId" clId="{C6AB95A4-B379-4A83-8DB1-092EE81492A7}" dt="2025-04-28T18:55:25.364" v="1135" actId="14100"/>
        <pc:sldMkLst>
          <pc:docMk/>
          <pc:sldMk cId="0" sldId="266"/>
        </pc:sldMkLst>
      </pc:sldChg>
      <pc:sldChg chg="addSp delSp modSp mod">
        <pc:chgData name="anas shabalah" userId="65735292ab26e956" providerId="LiveId" clId="{C6AB95A4-B379-4A83-8DB1-092EE81492A7}" dt="2025-04-28T18:35:02.869" v="1050" actId="1076"/>
        <pc:sldMkLst>
          <pc:docMk/>
          <pc:sldMk cId="0" sldId="271"/>
        </pc:sldMkLst>
      </pc:sldChg>
      <pc:sldChg chg="addSp delSp modSp mod">
        <pc:chgData name="anas shabalah" userId="65735292ab26e956" providerId="LiveId" clId="{C6AB95A4-B379-4A83-8DB1-092EE81492A7}" dt="2025-04-28T18:51:45.751" v="1119" actId="20577"/>
        <pc:sldMkLst>
          <pc:docMk/>
          <pc:sldMk cId="0" sldId="274"/>
        </pc:sldMkLst>
      </pc:sldChg>
      <pc:sldChg chg="addSp delSp modSp mod">
        <pc:chgData name="anas shabalah" userId="65735292ab26e956" providerId="LiveId" clId="{C6AB95A4-B379-4A83-8DB1-092EE81492A7}" dt="2025-04-28T18:55:10.854" v="1132" actId="1076"/>
        <pc:sldMkLst>
          <pc:docMk/>
          <pc:sldMk cId="3035945492" sldId="297"/>
        </pc:sldMkLst>
      </pc:sldChg>
      <pc:sldChg chg="modSp mod ord">
        <pc:chgData name="anas shabalah" userId="65735292ab26e956" providerId="LiveId" clId="{C6AB95A4-B379-4A83-8DB1-092EE81492A7}" dt="2025-04-28T17:56:56.342" v="675" actId="1036"/>
        <pc:sldMkLst>
          <pc:docMk/>
          <pc:sldMk cId="3611213598" sldId="299"/>
        </pc:sldMkLst>
      </pc:sldChg>
      <pc:sldChg chg="addSp delSp modSp mod">
        <pc:chgData name="anas shabalah" userId="65735292ab26e956" providerId="LiveId" clId="{C6AB95A4-B379-4A83-8DB1-092EE81492A7}" dt="2025-04-28T18:27:46.646" v="1003" actId="14100"/>
        <pc:sldMkLst>
          <pc:docMk/>
          <pc:sldMk cId="3509883537" sldId="301"/>
        </pc:sldMkLst>
      </pc:sldChg>
      <pc:sldChg chg="addSp delSp modSp mod">
        <pc:chgData name="anas shabalah" userId="65735292ab26e956" providerId="LiveId" clId="{C6AB95A4-B379-4A83-8DB1-092EE81492A7}" dt="2025-04-28T18:40:07.372" v="1094" actId="1076"/>
        <pc:sldMkLst>
          <pc:docMk/>
          <pc:sldMk cId="576361125" sldId="302"/>
        </pc:sldMkLst>
      </pc:sldChg>
      <pc:sldChg chg="delSp modSp mod">
        <pc:chgData name="anas shabalah" userId="65735292ab26e956" providerId="LiveId" clId="{C6AB95A4-B379-4A83-8DB1-092EE81492A7}" dt="2025-04-28T18:52:36.045" v="1124" actId="404"/>
        <pc:sldMkLst>
          <pc:docMk/>
          <pc:sldMk cId="511422612" sldId="304"/>
        </pc:sldMkLst>
      </pc:sldChg>
      <pc:sldChg chg="addSp delSp modSp mod">
        <pc:chgData name="anas shabalah" userId="65735292ab26e956" providerId="LiveId" clId="{C6AB95A4-B379-4A83-8DB1-092EE81492A7}" dt="2025-04-28T16:49:52.821" v="160" actId="207"/>
        <pc:sldMkLst>
          <pc:docMk/>
          <pc:sldMk cId="1653677558" sldId="305"/>
        </pc:sldMkLst>
      </pc:sldChg>
      <pc:sldChg chg="addSp modSp mod">
        <pc:chgData name="anas shabalah" userId="65735292ab26e956" providerId="LiveId" clId="{C6AB95A4-B379-4A83-8DB1-092EE81492A7}" dt="2025-04-28T16:52:33.008" v="182" actId="13926"/>
        <pc:sldMkLst>
          <pc:docMk/>
          <pc:sldMk cId="2870271264" sldId="306"/>
        </pc:sldMkLst>
      </pc:sldChg>
      <pc:sldChg chg="addSp delSp modSp mod">
        <pc:chgData name="anas shabalah" userId="65735292ab26e956" providerId="LiveId" clId="{C6AB95A4-B379-4A83-8DB1-092EE81492A7}" dt="2025-04-28T17:04:26.524" v="278" actId="12"/>
        <pc:sldMkLst>
          <pc:docMk/>
          <pc:sldMk cId="2681560496" sldId="307"/>
        </pc:sldMkLst>
      </pc:sldChg>
      <pc:sldChg chg="addSp delSp modSp mod">
        <pc:chgData name="anas shabalah" userId="65735292ab26e956" providerId="LiveId" clId="{C6AB95A4-B379-4A83-8DB1-092EE81492A7}" dt="2025-04-28T18:05:18.778" v="740" actId="207"/>
        <pc:sldMkLst>
          <pc:docMk/>
          <pc:sldMk cId="3728504276" sldId="308"/>
        </pc:sldMkLst>
      </pc:sldChg>
      <pc:sldChg chg="addSp delSp modSp mod">
        <pc:chgData name="anas shabalah" userId="65735292ab26e956" providerId="LiveId" clId="{C6AB95A4-B379-4A83-8DB1-092EE81492A7}" dt="2025-04-28T18:14:33.389" v="797" actId="1076"/>
        <pc:sldMkLst>
          <pc:docMk/>
          <pc:sldMk cId="3827775488" sldId="309"/>
        </pc:sldMkLst>
      </pc:sldChg>
      <pc:sldChg chg="addSp delSp modSp mod">
        <pc:chgData name="anas shabalah" userId="65735292ab26e956" providerId="LiveId" clId="{C6AB95A4-B379-4A83-8DB1-092EE81492A7}" dt="2025-04-28T18:19:28.154" v="914" actId="1076"/>
        <pc:sldMkLst>
          <pc:docMk/>
          <pc:sldMk cId="2577578974" sldId="311"/>
        </pc:sldMkLst>
      </pc:sldChg>
      <pc:sldChg chg="addSp modSp mod">
        <pc:chgData name="anas shabalah" userId="65735292ab26e956" providerId="LiveId" clId="{C6AB95A4-B379-4A83-8DB1-092EE81492A7}" dt="2025-04-28T18:24:23.077" v="970" actId="1076"/>
        <pc:sldMkLst>
          <pc:docMk/>
          <pc:sldMk cId="3023102513" sldId="312"/>
        </pc:sldMkLst>
      </pc:sldChg>
      <pc:sldChg chg="addSp delSp modSp mod">
        <pc:chgData name="anas shabalah" userId="65735292ab26e956" providerId="LiveId" clId="{C6AB95A4-B379-4A83-8DB1-092EE81492A7}" dt="2025-04-28T18:31:59.892" v="1029" actId="1076"/>
        <pc:sldMkLst>
          <pc:docMk/>
          <pc:sldMk cId="1897306930" sldId="313"/>
        </pc:sldMkLst>
      </pc:sldChg>
      <pc:sldChg chg="del">
        <pc:chgData name="anas shabalah" userId="65735292ab26e956" providerId="LiveId" clId="{C6AB95A4-B379-4A83-8DB1-092EE81492A7}" dt="2025-04-28T18:36:20.030" v="1062" actId="47"/>
        <pc:sldMkLst>
          <pc:docMk/>
          <pc:sldMk cId="668404313" sldId="314"/>
        </pc:sldMkLst>
      </pc:sldChg>
      <pc:sldChg chg="del">
        <pc:chgData name="anas shabalah" userId="65735292ab26e956" providerId="LiveId" clId="{C6AB95A4-B379-4A83-8DB1-092EE81492A7}" dt="2025-04-28T18:36:18.192" v="1061" actId="47"/>
        <pc:sldMkLst>
          <pc:docMk/>
          <pc:sldMk cId="457667072" sldId="315"/>
        </pc:sldMkLst>
      </pc:sldChg>
    </pc:docChg>
  </pc:docChgLst>
  <pc:docChgLst>
    <pc:chgData name="anas shabalah" userId="65735292ab26e956" providerId="LiveId" clId="{921666C6-6EA5-4A87-AAD7-FF2A9FFD72B6}"/>
    <pc:docChg chg="modSld">
      <pc:chgData name="anas shabalah" userId="65735292ab26e956" providerId="LiveId" clId="{921666C6-6EA5-4A87-AAD7-FF2A9FFD72B6}" dt="2025-04-29T11:13:49.670" v="108" actId="2711"/>
      <pc:docMkLst>
        <pc:docMk/>
      </pc:docMkLst>
      <pc:sldChg chg="modSp mod">
        <pc:chgData name="anas shabalah" userId="65735292ab26e956" providerId="LiveId" clId="{921666C6-6EA5-4A87-AAD7-FF2A9FFD72B6}" dt="2025-04-29T11:12:50.223" v="107" actId="207"/>
        <pc:sldMkLst>
          <pc:docMk/>
          <pc:sldMk cId="0" sldId="259"/>
        </pc:sldMkLst>
      </pc:sldChg>
      <pc:sldChg chg="modSp mod">
        <pc:chgData name="anas shabalah" userId="65735292ab26e956" providerId="LiveId" clId="{921666C6-6EA5-4A87-AAD7-FF2A9FFD72B6}" dt="2025-04-29T11:13:49.670" v="108" actId="2711"/>
        <pc:sldMkLst>
          <pc:docMk/>
          <pc:sldMk cId="0" sldId="262"/>
        </pc:sldMkLst>
      </pc:sldChg>
      <pc:sldChg chg="modSp mod">
        <pc:chgData name="anas shabalah" userId="65735292ab26e956" providerId="LiveId" clId="{921666C6-6EA5-4A87-AAD7-FF2A9FFD72B6}" dt="2025-04-28T19:02:50.481" v="106" actId="20577"/>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1 </a:t>
            </a:r>
            <a:r>
              <a:rPr lang="en-US" sz="1100" b="1" dirty="0">
                <a:solidFill>
                  <a:srgbClr val="FF9043"/>
                </a:solidFill>
              </a:rPr>
              <a:t>In the first step, the source of the data will be identified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2 </a:t>
            </a:r>
            <a:r>
              <a:rPr lang="en-US" sz="1100" b="1" dirty="0">
                <a:solidFill>
                  <a:srgbClr val="CE906D"/>
                </a:solidFill>
              </a:rPr>
              <a:t>In this step data cleansing such as duplicate checks, null handling, and feature selections are done. The datasets are also merged.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3  </a:t>
            </a:r>
            <a:r>
              <a:rPr lang="en-US" sz="1100" b="1" dirty="0">
                <a:solidFill>
                  <a:srgbClr val="808000"/>
                </a:solidFill>
              </a:rPr>
              <a:t>The Model results along with the chosen metrics will be analyzed and the best model will be chosen.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4</a:t>
            </a:r>
            <a:r>
              <a:rPr lang="en-US" sz="1100" b="1" dirty="0">
                <a:solidFill>
                  <a:srgbClr val="5BC85B"/>
                </a:solidFill>
              </a:rPr>
              <a:t>The data is then explored to identify the patterns and relationships between the variables.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5 </a:t>
            </a:r>
            <a:r>
              <a:rPr lang="en-US" sz="1100" b="1" dirty="0">
                <a:solidFill>
                  <a:srgbClr val="579BFF"/>
                </a:solidFill>
              </a:rPr>
              <a:t>In this step, the dataset will be split into train and test sets and the models will be trained using R and Python.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6 </a:t>
            </a:r>
            <a:r>
              <a:rPr lang="en-US" sz="1100" b="1" dirty="0">
                <a:solidFill>
                  <a:srgbClr val="FFCC66"/>
                </a:solidFill>
              </a:rPr>
              <a:t>The final results will then be published.</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8" name="Google Shape;1078;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did a lot of </a:t>
            </a:r>
            <a:r>
              <a:rPr lang="en-US" dirty="0" err="1"/>
              <a:t>eda</a:t>
            </a:r>
            <a:r>
              <a:rPr lang="en-US" dirty="0"/>
              <a:t>  (</a:t>
            </a:r>
            <a:r>
              <a:rPr lang="en-US" dirty="0" err="1"/>
              <a:t>info,describe,insull</a:t>
            </a:r>
            <a:r>
              <a:rPr lang="en-US" dirty="0"/>
              <a:t> ) then we visualizing.</a:t>
            </a:r>
          </a:p>
        </p:txBody>
      </p:sp>
    </p:spTree>
    <p:extLst>
      <p:ext uri="{BB962C8B-B14F-4D97-AF65-F5344CB8AC3E}">
        <p14:creationId xmlns:p14="http://schemas.microsoft.com/office/powerpoint/2010/main" val="3346206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g1e71a4a866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e71a4a866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9" name="Google Shape;1299;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644614" y="-2747525"/>
            <a:ext cx="12278718" cy="10475804"/>
            <a:chOff x="-1644614" y="-2747525"/>
            <a:chExt cx="12278718" cy="10475804"/>
          </a:xfrm>
        </p:grpSpPr>
        <p:sp>
          <p:nvSpPr>
            <p:cNvPr id="10" name="Google Shape;10;p2"/>
            <p:cNvSpPr/>
            <p:nvPr/>
          </p:nvSpPr>
          <p:spPr>
            <a:xfrm rot="-2526399">
              <a:off x="5593085" y="3029310"/>
              <a:ext cx="4356710" cy="3718191"/>
            </a:xfrm>
            <a:custGeom>
              <a:avLst/>
              <a:gdLst/>
              <a:ahLst/>
              <a:cxnLst/>
              <a:rect l="l" t="t" r="r" b="b"/>
              <a:pathLst>
                <a:path w="1480978" h="1263926" extrusionOk="0">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11;p2"/>
            <p:cNvSpPr/>
            <p:nvPr/>
          </p:nvSpPr>
          <p:spPr>
            <a:xfrm rot="7128784">
              <a:off x="8363688" y="1001192"/>
              <a:ext cx="1703625" cy="1100471"/>
            </a:xfrm>
            <a:custGeom>
              <a:avLst/>
              <a:gdLst/>
              <a:ahLst/>
              <a:cxnLst/>
              <a:rect l="l" t="t" r="r" b="b"/>
              <a:pathLst>
                <a:path w="616186" h="397857" extrusionOk="0">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rot="1490198">
              <a:off x="-1039429" y="-1920903"/>
              <a:ext cx="4803426" cy="3939324"/>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 name="Google Shape;13;p2"/>
          <p:cNvSpPr txBox="1">
            <a:spLocks noGrp="1"/>
          </p:cNvSpPr>
          <p:nvPr>
            <p:ph type="ctrTitle"/>
          </p:nvPr>
        </p:nvSpPr>
        <p:spPr>
          <a:xfrm>
            <a:off x="713225" y="2634850"/>
            <a:ext cx="3862500" cy="1385100"/>
          </a:xfrm>
          <a:prstGeom prst="rect">
            <a:avLst/>
          </a:prstGeom>
        </p:spPr>
        <p:txBody>
          <a:bodyPr spcFirstLastPara="1" wrap="square" lIns="91425" tIns="91425" rIns="91425" bIns="91425" anchor="b" anchorCtr="0">
            <a:noAutofit/>
          </a:bodyPr>
          <a:lstStyle>
            <a:lvl1pPr lvl="0">
              <a:lnSpc>
                <a:spcPct val="85000"/>
              </a:lnSpc>
              <a:spcBef>
                <a:spcPts val="0"/>
              </a:spcBef>
              <a:spcAft>
                <a:spcPts val="0"/>
              </a:spcAft>
              <a:buClr>
                <a:srgbClr val="191919"/>
              </a:buClr>
              <a:buSzPts val="5200"/>
              <a:buNone/>
              <a:defRPr sz="7000" b="0">
                <a:latin typeface="Baloo 2 ExtraBold"/>
                <a:ea typeface="Baloo 2 ExtraBold"/>
                <a:cs typeface="Baloo 2 ExtraBold"/>
                <a:sym typeface="Baloo 2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4" name="Google Shape;14;p2"/>
          <p:cNvSpPr txBox="1">
            <a:spLocks noGrp="1"/>
          </p:cNvSpPr>
          <p:nvPr>
            <p:ph type="subTitle" idx="1"/>
          </p:nvPr>
        </p:nvSpPr>
        <p:spPr>
          <a:xfrm>
            <a:off x="713225" y="3970798"/>
            <a:ext cx="3862500" cy="405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solidFill>
                  <a:schemeClr val="dk1"/>
                </a:solidFill>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871075" y="2969400"/>
            <a:ext cx="4559700" cy="1303500"/>
          </a:xfrm>
          <a:prstGeom prst="rect">
            <a:avLst/>
          </a:prstGeom>
        </p:spPr>
        <p:txBody>
          <a:bodyPr spcFirstLastPara="1" wrap="square" lIns="91425" tIns="91425" rIns="91425" bIns="91425" anchor="b" anchorCtr="0">
            <a:noAutofit/>
          </a:bodyPr>
          <a:lstStyle>
            <a:lvl1pPr lvl="0">
              <a:lnSpc>
                <a:spcPct val="85000"/>
              </a:lnSpc>
              <a:spcBef>
                <a:spcPts val="0"/>
              </a:spcBef>
              <a:spcAft>
                <a:spcPts val="0"/>
              </a:spcAft>
              <a:buSzPts val="3600"/>
              <a:buNone/>
              <a:defRPr sz="4100" b="0">
                <a:latin typeface="Baloo 2 ExtraBold"/>
                <a:ea typeface="Baloo 2 ExtraBold"/>
                <a:cs typeface="Baloo 2 ExtraBold"/>
                <a:sym typeface="Baloo 2 Extra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871075" y="2425725"/>
            <a:ext cx="996900" cy="7011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400" b="0">
                <a:solidFill>
                  <a:schemeClr val="lt1"/>
                </a:solidFill>
                <a:latin typeface="Baloo 2 ExtraBold"/>
                <a:ea typeface="Baloo 2 ExtraBold"/>
                <a:cs typeface="Baloo 2 ExtraBold"/>
                <a:sym typeface="Baloo 2 Extra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8" name="Google Shape;18;p3"/>
          <p:cNvSpPr txBox="1">
            <a:spLocks noGrp="1"/>
          </p:cNvSpPr>
          <p:nvPr>
            <p:ph type="subTitle" idx="1"/>
          </p:nvPr>
        </p:nvSpPr>
        <p:spPr>
          <a:xfrm>
            <a:off x="3871075" y="4229000"/>
            <a:ext cx="45597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DM Sans"/>
                <a:ea typeface="DM Sans"/>
                <a:cs typeface="DM Sans"/>
                <a:sym typeface="DM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9" name="Google Shape;19;p3"/>
          <p:cNvGrpSpPr/>
          <p:nvPr/>
        </p:nvGrpSpPr>
        <p:grpSpPr>
          <a:xfrm>
            <a:off x="-3162649" y="-2703928"/>
            <a:ext cx="13165613" cy="11244425"/>
            <a:chOff x="-3162649" y="-2703928"/>
            <a:chExt cx="13165613" cy="11244425"/>
          </a:xfrm>
        </p:grpSpPr>
        <p:sp>
          <p:nvSpPr>
            <p:cNvPr id="20" name="Google Shape;20;p3"/>
            <p:cNvSpPr/>
            <p:nvPr/>
          </p:nvSpPr>
          <p:spPr>
            <a:xfrm rot="-8306489">
              <a:off x="6127382" y="-1119897"/>
              <a:ext cx="3381355" cy="2773073"/>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1;p3"/>
            <p:cNvSpPr/>
            <p:nvPr/>
          </p:nvSpPr>
          <p:spPr>
            <a:xfrm rot="-2526298">
              <a:off x="-1178945" y="-1980449"/>
              <a:ext cx="3213799" cy="2742785"/>
            </a:xfrm>
            <a:custGeom>
              <a:avLst/>
              <a:gdLst/>
              <a:ahLst/>
              <a:cxnLst/>
              <a:rect l="l" t="t" r="r" b="b"/>
              <a:pathLst>
                <a:path w="1480978" h="1263926" extrusionOk="0">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2;p3"/>
            <p:cNvSpPr/>
            <p:nvPr/>
          </p:nvSpPr>
          <p:spPr>
            <a:xfrm rot="7128936">
              <a:off x="-2814439" y="3014869"/>
              <a:ext cx="5631417" cy="4125872"/>
            </a:xfrm>
            <a:custGeom>
              <a:avLst/>
              <a:gdLst/>
              <a:ahLst/>
              <a:cxnLst/>
              <a:rect l="l" t="t" r="r" b="b"/>
              <a:pathLst>
                <a:path w="616186" h="397857" extrusionOk="0">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20000" y="1063351"/>
            <a:ext cx="7704000" cy="396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a:solidFill>
                  <a:srgbClr val="201338"/>
                </a:solidFill>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6" name="Google Shape;26;p4"/>
          <p:cNvGrpSpPr/>
          <p:nvPr/>
        </p:nvGrpSpPr>
        <p:grpSpPr>
          <a:xfrm>
            <a:off x="-2070957" y="-2181586"/>
            <a:ext cx="12789989" cy="9622630"/>
            <a:chOff x="-2070957" y="-2181586"/>
            <a:chExt cx="12789989" cy="9622630"/>
          </a:xfrm>
        </p:grpSpPr>
        <p:sp>
          <p:nvSpPr>
            <p:cNvPr id="27" name="Google Shape;27;p4"/>
            <p:cNvSpPr/>
            <p:nvPr/>
          </p:nvSpPr>
          <p:spPr>
            <a:xfrm rot="-7978753">
              <a:off x="7222940" y="-1435304"/>
              <a:ext cx="3098931" cy="2433851"/>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4"/>
            <p:cNvSpPr/>
            <p:nvPr/>
          </p:nvSpPr>
          <p:spPr>
            <a:xfrm rot="-2460279">
              <a:off x="-1652662" y="4289121"/>
              <a:ext cx="3098932" cy="2433850"/>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 name="Google Shape;29;p4"/>
          <p:cNvGrpSpPr/>
          <p:nvPr/>
        </p:nvGrpSpPr>
        <p:grpSpPr>
          <a:xfrm>
            <a:off x="8350786" y="175533"/>
            <a:ext cx="627600" cy="887824"/>
            <a:chOff x="2443886" y="2869758"/>
            <a:chExt cx="627600" cy="887824"/>
          </a:xfrm>
        </p:grpSpPr>
        <p:sp>
          <p:nvSpPr>
            <p:cNvPr id="30" name="Google Shape;30;p4"/>
            <p:cNvSpPr/>
            <p:nvPr/>
          </p:nvSpPr>
          <p:spPr>
            <a:xfrm>
              <a:off x="2443886" y="2937682"/>
              <a:ext cx="627600" cy="819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4"/>
            <p:cNvSpPr/>
            <p:nvPr/>
          </p:nvSpPr>
          <p:spPr>
            <a:xfrm>
              <a:off x="2443886" y="2869758"/>
              <a:ext cx="627579" cy="6792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2;p4"/>
            <p:cNvSpPr/>
            <p:nvPr/>
          </p:nvSpPr>
          <p:spPr>
            <a:xfrm>
              <a:off x="2473543" y="2887935"/>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4"/>
            <p:cNvSpPr/>
            <p:nvPr/>
          </p:nvSpPr>
          <p:spPr>
            <a:xfrm>
              <a:off x="2521377" y="2887935"/>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4"/>
            <p:cNvSpPr/>
            <p:nvPr/>
          </p:nvSpPr>
          <p:spPr>
            <a:xfrm>
              <a:off x="2570168" y="2887935"/>
              <a:ext cx="306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4"/>
            <p:cNvSpPr/>
            <p:nvPr/>
          </p:nvSpPr>
          <p:spPr>
            <a:xfrm>
              <a:off x="2544337" y="3316526"/>
              <a:ext cx="97500" cy="1425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4"/>
            <p:cNvSpPr/>
            <p:nvPr/>
          </p:nvSpPr>
          <p:spPr>
            <a:xfrm>
              <a:off x="2692622" y="3217988"/>
              <a:ext cx="98400" cy="241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7;p4"/>
            <p:cNvSpPr/>
            <p:nvPr/>
          </p:nvSpPr>
          <p:spPr>
            <a:xfrm>
              <a:off x="2840906" y="3129017"/>
              <a:ext cx="97500" cy="330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4"/>
            <p:cNvSpPr/>
            <p:nvPr/>
          </p:nvSpPr>
          <p:spPr>
            <a:xfrm>
              <a:off x="2578777" y="2982646"/>
              <a:ext cx="308049" cy="309007"/>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4"/>
            <p:cNvSpPr/>
            <p:nvPr/>
          </p:nvSpPr>
          <p:spPr>
            <a:xfrm>
              <a:off x="2515637" y="3521255"/>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4"/>
            <p:cNvSpPr/>
            <p:nvPr/>
          </p:nvSpPr>
          <p:spPr>
            <a:xfrm>
              <a:off x="2515637" y="3573872"/>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4"/>
            <p:cNvSpPr/>
            <p:nvPr/>
          </p:nvSpPr>
          <p:spPr>
            <a:xfrm>
              <a:off x="2568254" y="3626489"/>
              <a:ext cx="3777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4"/>
            <p:cNvSpPr/>
            <p:nvPr/>
          </p:nvSpPr>
          <p:spPr>
            <a:xfrm>
              <a:off x="2636178" y="3679106"/>
              <a:ext cx="2421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 name="Google Shape;43;p4"/>
          <p:cNvGrpSpPr/>
          <p:nvPr/>
        </p:nvGrpSpPr>
        <p:grpSpPr>
          <a:xfrm>
            <a:off x="150790" y="217095"/>
            <a:ext cx="7996462" cy="5057956"/>
            <a:chOff x="150790" y="217095"/>
            <a:chExt cx="7996462" cy="5057956"/>
          </a:xfrm>
        </p:grpSpPr>
        <p:sp>
          <p:nvSpPr>
            <p:cNvPr id="44" name="Google Shape;44;p4"/>
            <p:cNvSpPr/>
            <p:nvPr/>
          </p:nvSpPr>
          <p:spPr>
            <a:xfrm>
              <a:off x="7820577" y="2170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 name="Google Shape;45;p4"/>
            <p:cNvGrpSpPr/>
            <p:nvPr/>
          </p:nvGrpSpPr>
          <p:grpSpPr>
            <a:xfrm rot="-8329653">
              <a:off x="354633" y="4434969"/>
              <a:ext cx="451704" cy="788937"/>
              <a:chOff x="8579627" y="228750"/>
              <a:chExt cx="451723" cy="788970"/>
            </a:xfrm>
          </p:grpSpPr>
          <p:sp>
            <p:nvSpPr>
              <p:cNvPr id="46" name="Google Shape;46;p4"/>
              <p:cNvSpPr/>
              <p:nvPr/>
            </p:nvSpPr>
            <p:spPr>
              <a:xfrm>
                <a:off x="8579627" y="695320"/>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4"/>
              <p:cNvSpPr/>
              <p:nvPr/>
            </p:nvSpPr>
            <p:spPr>
              <a:xfrm>
                <a:off x="8846775" y="228750"/>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1592614" y="-1841602"/>
            <a:ext cx="12385408" cy="9762152"/>
            <a:chOff x="-1592614" y="-1841602"/>
            <a:chExt cx="12385408" cy="9762152"/>
          </a:xfrm>
        </p:grpSpPr>
        <p:sp>
          <p:nvSpPr>
            <p:cNvPr id="50" name="Google Shape;50;p5"/>
            <p:cNvSpPr/>
            <p:nvPr/>
          </p:nvSpPr>
          <p:spPr>
            <a:xfrm rot="-2930233">
              <a:off x="-1132229" y="4127838"/>
              <a:ext cx="3690906" cy="2898776"/>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51;p5"/>
            <p:cNvSpPr/>
            <p:nvPr/>
          </p:nvSpPr>
          <p:spPr>
            <a:xfrm rot="1287706" flipH="1">
              <a:off x="7067490" y="-1325546"/>
              <a:ext cx="3339997" cy="2739156"/>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 name="Google Shape;52;p5"/>
          <p:cNvGrpSpPr/>
          <p:nvPr/>
        </p:nvGrpSpPr>
        <p:grpSpPr>
          <a:xfrm>
            <a:off x="200218" y="4192521"/>
            <a:ext cx="1459676" cy="1092353"/>
            <a:chOff x="200218" y="4192521"/>
            <a:chExt cx="1459676" cy="1092353"/>
          </a:xfrm>
        </p:grpSpPr>
        <p:grpSp>
          <p:nvGrpSpPr>
            <p:cNvPr id="53" name="Google Shape;53;p5"/>
            <p:cNvGrpSpPr/>
            <p:nvPr/>
          </p:nvGrpSpPr>
          <p:grpSpPr>
            <a:xfrm>
              <a:off x="200218" y="4192521"/>
              <a:ext cx="885750" cy="572682"/>
              <a:chOff x="6798158" y="1294585"/>
              <a:chExt cx="1158600" cy="749094"/>
            </a:xfrm>
          </p:grpSpPr>
          <p:sp>
            <p:nvSpPr>
              <p:cNvPr id="54" name="Google Shape;54;p5"/>
              <p:cNvSpPr/>
              <p:nvPr/>
            </p:nvSpPr>
            <p:spPr>
              <a:xfrm>
                <a:off x="6798158" y="1365379"/>
                <a:ext cx="1158600" cy="6783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55;p5"/>
              <p:cNvSpPr/>
              <p:nvPr/>
            </p:nvSpPr>
            <p:spPr>
              <a:xfrm>
                <a:off x="6798158" y="1294585"/>
                <a:ext cx="1158534" cy="70794"/>
              </a:xfrm>
              <a:custGeom>
                <a:avLst/>
                <a:gdLst/>
                <a:ahLst/>
                <a:cxnLst/>
                <a:rect l="l" t="t" r="r" b="b"/>
                <a:pathLst>
                  <a:path w="1325" h="81" extrusionOk="0">
                    <a:moveTo>
                      <a:pt x="1286" y="0"/>
                    </a:moveTo>
                    <a:cubicBezTo>
                      <a:pt x="38" y="0"/>
                      <a:pt x="38" y="0"/>
                      <a:pt x="38" y="0"/>
                    </a:cubicBezTo>
                    <a:cubicBezTo>
                      <a:pt x="17" y="0"/>
                      <a:pt x="0" y="18"/>
                      <a:pt x="0" y="39"/>
                    </a:cubicBezTo>
                    <a:cubicBezTo>
                      <a:pt x="0" y="81"/>
                      <a:pt x="0" y="81"/>
                      <a:pt x="0" y="81"/>
                    </a:cubicBezTo>
                    <a:cubicBezTo>
                      <a:pt x="1325" y="81"/>
                      <a:pt x="1325" y="81"/>
                      <a:pt x="1325" y="81"/>
                    </a:cubicBezTo>
                    <a:cubicBezTo>
                      <a:pt x="1325" y="39"/>
                      <a:pt x="1325" y="39"/>
                      <a:pt x="1325" y="39"/>
                    </a:cubicBezTo>
                    <a:cubicBezTo>
                      <a:pt x="1325" y="18"/>
                      <a:pt x="1307" y="0"/>
                      <a:pt x="1286"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5"/>
              <p:cNvSpPr/>
              <p:nvPr/>
            </p:nvSpPr>
            <p:spPr>
              <a:xfrm>
                <a:off x="6828772" y="1314675"/>
                <a:ext cx="32400" cy="315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57;p5"/>
              <p:cNvSpPr/>
              <p:nvPr/>
            </p:nvSpPr>
            <p:spPr>
              <a:xfrm>
                <a:off x="6879476" y="1314675"/>
                <a:ext cx="31500" cy="315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5"/>
              <p:cNvSpPr/>
              <p:nvPr/>
            </p:nvSpPr>
            <p:spPr>
              <a:xfrm>
                <a:off x="6929223" y="1314675"/>
                <a:ext cx="31500" cy="315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59;p5"/>
              <p:cNvSpPr/>
              <p:nvPr/>
            </p:nvSpPr>
            <p:spPr>
              <a:xfrm>
                <a:off x="6875649" y="1423736"/>
                <a:ext cx="1000682" cy="544349"/>
              </a:xfrm>
              <a:custGeom>
                <a:avLst/>
                <a:gdLst/>
                <a:ahLst/>
                <a:cxnLst/>
                <a:rect l="l" t="t" r="r" b="b"/>
                <a:pathLst>
                  <a:path w="1046" h="569" extrusionOk="0">
                    <a:moveTo>
                      <a:pt x="1046" y="569"/>
                    </a:moveTo>
                    <a:lnTo>
                      <a:pt x="0" y="569"/>
                    </a:lnTo>
                    <a:lnTo>
                      <a:pt x="0" y="0"/>
                    </a:lnTo>
                    <a:lnTo>
                      <a:pt x="7" y="0"/>
                    </a:lnTo>
                    <a:lnTo>
                      <a:pt x="7" y="563"/>
                    </a:lnTo>
                    <a:lnTo>
                      <a:pt x="1046" y="563"/>
                    </a:lnTo>
                    <a:lnTo>
                      <a:pt x="1046" y="56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5"/>
              <p:cNvSpPr/>
              <p:nvPr/>
            </p:nvSpPr>
            <p:spPr>
              <a:xfrm>
                <a:off x="6923483" y="1727959"/>
                <a:ext cx="98400" cy="201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5"/>
              <p:cNvSpPr/>
              <p:nvPr/>
            </p:nvSpPr>
            <p:spPr>
              <a:xfrm>
                <a:off x="7082291" y="1443826"/>
                <a:ext cx="97500" cy="4851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5"/>
              <p:cNvSpPr/>
              <p:nvPr/>
            </p:nvSpPr>
            <p:spPr>
              <a:xfrm>
                <a:off x="7241099" y="1562454"/>
                <a:ext cx="97500" cy="3666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5"/>
              <p:cNvSpPr/>
              <p:nvPr/>
            </p:nvSpPr>
            <p:spPr>
              <a:xfrm>
                <a:off x="7398951" y="1626552"/>
                <a:ext cx="98400" cy="3024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5"/>
              <p:cNvSpPr/>
              <p:nvPr/>
            </p:nvSpPr>
            <p:spPr>
              <a:xfrm>
                <a:off x="7558715" y="1704042"/>
                <a:ext cx="97500" cy="225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5"/>
              <p:cNvSpPr/>
              <p:nvPr/>
            </p:nvSpPr>
            <p:spPr>
              <a:xfrm>
                <a:off x="7716567" y="1443826"/>
                <a:ext cx="97500" cy="4851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5"/>
              <p:cNvSpPr/>
              <p:nvPr/>
            </p:nvSpPr>
            <p:spPr>
              <a:xfrm>
                <a:off x="6923483" y="1992002"/>
                <a:ext cx="98400" cy="11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5"/>
              <p:cNvSpPr/>
              <p:nvPr/>
            </p:nvSpPr>
            <p:spPr>
              <a:xfrm>
                <a:off x="7082291" y="1992002"/>
                <a:ext cx="97500" cy="11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5"/>
              <p:cNvSpPr/>
              <p:nvPr/>
            </p:nvSpPr>
            <p:spPr>
              <a:xfrm>
                <a:off x="7241099" y="1992002"/>
                <a:ext cx="97500" cy="11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5"/>
              <p:cNvSpPr/>
              <p:nvPr/>
            </p:nvSpPr>
            <p:spPr>
              <a:xfrm>
                <a:off x="7398951" y="1992002"/>
                <a:ext cx="98400" cy="11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5"/>
              <p:cNvSpPr/>
              <p:nvPr/>
            </p:nvSpPr>
            <p:spPr>
              <a:xfrm>
                <a:off x="7558715" y="1992002"/>
                <a:ext cx="97500" cy="11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5"/>
              <p:cNvSpPr/>
              <p:nvPr/>
            </p:nvSpPr>
            <p:spPr>
              <a:xfrm>
                <a:off x="7716567" y="1992002"/>
                <a:ext cx="97500" cy="11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 name="Google Shape;72;p5"/>
            <p:cNvGrpSpPr/>
            <p:nvPr/>
          </p:nvGrpSpPr>
          <p:grpSpPr>
            <a:xfrm>
              <a:off x="840230" y="4442788"/>
              <a:ext cx="819663" cy="842085"/>
              <a:chOff x="777043" y="2258113"/>
              <a:chExt cx="819663" cy="842085"/>
            </a:xfrm>
          </p:grpSpPr>
          <p:sp>
            <p:nvSpPr>
              <p:cNvPr id="73" name="Google Shape;73;p5"/>
              <p:cNvSpPr/>
              <p:nvPr/>
            </p:nvSpPr>
            <p:spPr>
              <a:xfrm>
                <a:off x="1263102" y="2750450"/>
                <a:ext cx="79814" cy="83402"/>
              </a:xfrm>
              <a:custGeom>
                <a:avLst/>
                <a:gdLst/>
                <a:ahLst/>
                <a:cxnLst/>
                <a:rect l="l" t="t" r="r" b="b"/>
                <a:pathLst>
                  <a:path w="89" h="93" extrusionOk="0">
                    <a:moveTo>
                      <a:pt x="0" y="0"/>
                    </a:moveTo>
                    <a:lnTo>
                      <a:pt x="89" y="93"/>
                    </a:lnTo>
                    <a:lnTo>
                      <a:pt x="0"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cxnSp>
            <p:nvCxnSpPr>
              <p:cNvPr id="74" name="Google Shape;74;p5"/>
              <p:cNvCxnSpPr/>
              <p:nvPr/>
            </p:nvCxnSpPr>
            <p:spPr>
              <a:xfrm>
                <a:off x="1263102" y="2750450"/>
                <a:ext cx="79800" cy="83100"/>
              </a:xfrm>
              <a:prstGeom prst="straightConnector1">
                <a:avLst/>
              </a:prstGeom>
              <a:noFill/>
              <a:ln>
                <a:noFill/>
              </a:ln>
            </p:spPr>
          </p:cxnSp>
          <p:sp>
            <p:nvSpPr>
              <p:cNvPr id="75" name="Google Shape;75;p5"/>
              <p:cNvSpPr/>
              <p:nvPr/>
            </p:nvSpPr>
            <p:spPr>
              <a:xfrm>
                <a:off x="1247856" y="2735204"/>
                <a:ext cx="111202" cy="112996"/>
              </a:xfrm>
              <a:custGeom>
                <a:avLst/>
                <a:gdLst/>
                <a:ahLst/>
                <a:cxnLst/>
                <a:rect l="l" t="t" r="r" b="b"/>
                <a:pathLst>
                  <a:path w="124" h="126" extrusionOk="0">
                    <a:moveTo>
                      <a:pt x="89" y="126"/>
                    </a:moveTo>
                    <a:lnTo>
                      <a:pt x="124" y="93"/>
                    </a:lnTo>
                    <a:lnTo>
                      <a:pt x="36" y="0"/>
                    </a:lnTo>
                    <a:lnTo>
                      <a:pt x="0" y="33"/>
                    </a:lnTo>
                    <a:lnTo>
                      <a:pt x="89" y="12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5"/>
              <p:cNvSpPr/>
              <p:nvPr/>
            </p:nvSpPr>
            <p:spPr>
              <a:xfrm>
                <a:off x="1302560" y="2791702"/>
                <a:ext cx="294146" cy="308496"/>
              </a:xfrm>
              <a:custGeom>
                <a:avLst/>
                <a:gdLst/>
                <a:ahLst/>
                <a:cxnLst/>
                <a:rect l="l" t="t" r="r" b="b"/>
                <a:pathLst>
                  <a:path w="359" h="376" extrusionOk="0">
                    <a:moveTo>
                      <a:pt x="358" y="296"/>
                    </a:moveTo>
                    <a:cubicBezTo>
                      <a:pt x="359" y="306"/>
                      <a:pt x="355" y="316"/>
                      <a:pt x="347" y="323"/>
                    </a:cubicBezTo>
                    <a:cubicBezTo>
                      <a:pt x="321" y="348"/>
                      <a:pt x="321" y="348"/>
                      <a:pt x="321" y="348"/>
                    </a:cubicBezTo>
                    <a:cubicBezTo>
                      <a:pt x="307" y="361"/>
                      <a:pt x="307" y="361"/>
                      <a:pt x="307" y="361"/>
                    </a:cubicBezTo>
                    <a:cubicBezTo>
                      <a:pt x="292" y="376"/>
                      <a:pt x="268" y="375"/>
                      <a:pt x="254" y="359"/>
                    </a:cubicBezTo>
                    <a:cubicBezTo>
                      <a:pt x="0" y="92"/>
                      <a:pt x="0" y="92"/>
                      <a:pt x="0" y="92"/>
                    </a:cubicBezTo>
                    <a:cubicBezTo>
                      <a:pt x="0" y="39"/>
                      <a:pt x="0" y="39"/>
                      <a:pt x="0" y="39"/>
                    </a:cubicBezTo>
                    <a:cubicBezTo>
                      <a:pt x="13" y="26"/>
                      <a:pt x="13" y="26"/>
                      <a:pt x="13" y="26"/>
                    </a:cubicBezTo>
                    <a:cubicBezTo>
                      <a:pt x="13" y="26"/>
                      <a:pt x="13" y="26"/>
                      <a:pt x="13" y="26"/>
                    </a:cubicBezTo>
                    <a:cubicBezTo>
                      <a:pt x="40" y="0"/>
                      <a:pt x="40" y="0"/>
                      <a:pt x="40" y="0"/>
                    </a:cubicBezTo>
                    <a:cubicBezTo>
                      <a:pt x="93" y="3"/>
                      <a:pt x="93" y="3"/>
                      <a:pt x="93" y="3"/>
                    </a:cubicBezTo>
                    <a:cubicBezTo>
                      <a:pt x="347" y="269"/>
                      <a:pt x="347" y="269"/>
                      <a:pt x="347" y="269"/>
                    </a:cubicBezTo>
                    <a:cubicBezTo>
                      <a:pt x="355" y="277"/>
                      <a:pt x="358" y="287"/>
                      <a:pt x="358" y="296"/>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5"/>
              <p:cNvSpPr/>
              <p:nvPr/>
            </p:nvSpPr>
            <p:spPr>
              <a:xfrm>
                <a:off x="1302560" y="2867033"/>
                <a:ext cx="293250" cy="228681"/>
              </a:xfrm>
              <a:custGeom>
                <a:avLst/>
                <a:gdLst/>
                <a:ahLst/>
                <a:cxnLst/>
                <a:rect l="l" t="t" r="r" b="b"/>
                <a:pathLst>
                  <a:path w="358" h="279" extrusionOk="0">
                    <a:moveTo>
                      <a:pt x="0" y="0"/>
                    </a:moveTo>
                    <a:cubicBezTo>
                      <a:pt x="254" y="267"/>
                      <a:pt x="254" y="267"/>
                      <a:pt x="254" y="267"/>
                    </a:cubicBezTo>
                    <a:cubicBezTo>
                      <a:pt x="261" y="275"/>
                      <a:pt x="272" y="279"/>
                      <a:pt x="282" y="279"/>
                    </a:cubicBezTo>
                    <a:cubicBezTo>
                      <a:pt x="291" y="279"/>
                      <a:pt x="300" y="276"/>
                      <a:pt x="307" y="269"/>
                    </a:cubicBezTo>
                    <a:cubicBezTo>
                      <a:pt x="321" y="256"/>
                      <a:pt x="321" y="256"/>
                      <a:pt x="321" y="256"/>
                    </a:cubicBezTo>
                    <a:cubicBezTo>
                      <a:pt x="347" y="231"/>
                      <a:pt x="347" y="231"/>
                      <a:pt x="347" y="231"/>
                    </a:cubicBezTo>
                    <a:cubicBezTo>
                      <a:pt x="355" y="224"/>
                      <a:pt x="358" y="214"/>
                      <a:pt x="358" y="205"/>
                    </a:cubicBezTo>
                    <a:cubicBezTo>
                      <a:pt x="358" y="205"/>
                      <a:pt x="358" y="204"/>
                      <a:pt x="358" y="204"/>
                    </a:cubicBezTo>
                    <a:cubicBezTo>
                      <a:pt x="358" y="204"/>
                      <a:pt x="358" y="204"/>
                      <a:pt x="358" y="204"/>
                    </a:cubicBezTo>
                    <a:cubicBezTo>
                      <a:pt x="0"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5"/>
              <p:cNvSpPr/>
              <p:nvPr/>
            </p:nvSpPr>
            <p:spPr>
              <a:xfrm>
                <a:off x="845199" y="2327166"/>
                <a:ext cx="483367" cy="481576"/>
              </a:xfrm>
              <a:custGeom>
                <a:avLst/>
                <a:gdLst/>
                <a:ahLst/>
                <a:cxnLst/>
                <a:rect l="l" t="t" r="r" b="b"/>
                <a:pathLst>
                  <a:path w="589" h="588" extrusionOk="0">
                    <a:moveTo>
                      <a:pt x="295" y="0"/>
                    </a:moveTo>
                    <a:cubicBezTo>
                      <a:pt x="293" y="0"/>
                      <a:pt x="291" y="0"/>
                      <a:pt x="290" y="0"/>
                    </a:cubicBezTo>
                    <a:cubicBezTo>
                      <a:pt x="129" y="2"/>
                      <a:pt x="0" y="133"/>
                      <a:pt x="0" y="294"/>
                    </a:cubicBezTo>
                    <a:cubicBezTo>
                      <a:pt x="0" y="334"/>
                      <a:pt x="8" y="373"/>
                      <a:pt x="23" y="408"/>
                    </a:cubicBezTo>
                    <a:cubicBezTo>
                      <a:pt x="37" y="441"/>
                      <a:pt x="56" y="471"/>
                      <a:pt x="81" y="496"/>
                    </a:cubicBezTo>
                    <a:cubicBezTo>
                      <a:pt x="97" y="513"/>
                      <a:pt x="115" y="528"/>
                      <a:pt x="134" y="541"/>
                    </a:cubicBezTo>
                    <a:cubicBezTo>
                      <a:pt x="180" y="571"/>
                      <a:pt x="235" y="588"/>
                      <a:pt x="295" y="588"/>
                    </a:cubicBezTo>
                    <a:cubicBezTo>
                      <a:pt x="309" y="588"/>
                      <a:pt x="323" y="587"/>
                      <a:pt x="337" y="585"/>
                    </a:cubicBezTo>
                    <a:cubicBezTo>
                      <a:pt x="479" y="565"/>
                      <a:pt x="589" y="442"/>
                      <a:pt x="589" y="294"/>
                    </a:cubicBezTo>
                    <a:cubicBezTo>
                      <a:pt x="589" y="267"/>
                      <a:pt x="585" y="241"/>
                      <a:pt x="578" y="216"/>
                    </a:cubicBezTo>
                    <a:cubicBezTo>
                      <a:pt x="559" y="146"/>
                      <a:pt x="515" y="87"/>
                      <a:pt x="457" y="48"/>
                    </a:cubicBezTo>
                    <a:cubicBezTo>
                      <a:pt x="437" y="35"/>
                      <a:pt x="416" y="25"/>
                      <a:pt x="394" y="17"/>
                    </a:cubicBezTo>
                    <a:cubicBezTo>
                      <a:pt x="363" y="6"/>
                      <a:pt x="330" y="0"/>
                      <a:pt x="295" y="0"/>
                    </a:cubicBezTo>
                  </a:path>
                </a:pathLst>
              </a:custGeom>
              <a:solidFill>
                <a:srgbClr val="FDFDFD">
                  <a:alpha val="3037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5"/>
              <p:cNvSpPr/>
              <p:nvPr/>
            </p:nvSpPr>
            <p:spPr>
              <a:xfrm>
                <a:off x="955503" y="2366625"/>
                <a:ext cx="364096" cy="442117"/>
              </a:xfrm>
              <a:custGeom>
                <a:avLst/>
                <a:gdLst/>
                <a:ahLst/>
                <a:cxnLst/>
                <a:rect l="l" t="t" r="r" b="b"/>
                <a:pathLst>
                  <a:path w="444" h="540" extrusionOk="0">
                    <a:moveTo>
                      <a:pt x="444" y="168"/>
                    </a:moveTo>
                    <a:cubicBezTo>
                      <a:pt x="203" y="537"/>
                      <a:pt x="203" y="537"/>
                      <a:pt x="203" y="537"/>
                    </a:cubicBezTo>
                    <a:cubicBezTo>
                      <a:pt x="189" y="539"/>
                      <a:pt x="175" y="540"/>
                      <a:pt x="161" y="540"/>
                    </a:cubicBezTo>
                    <a:cubicBezTo>
                      <a:pt x="101" y="540"/>
                      <a:pt x="46" y="523"/>
                      <a:pt x="0" y="493"/>
                    </a:cubicBezTo>
                    <a:cubicBezTo>
                      <a:pt x="323" y="0"/>
                      <a:pt x="323" y="0"/>
                      <a:pt x="323" y="0"/>
                    </a:cubicBezTo>
                    <a:cubicBezTo>
                      <a:pt x="381" y="39"/>
                      <a:pt x="425" y="98"/>
                      <a:pt x="444" y="16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5"/>
              <p:cNvSpPr/>
              <p:nvPr/>
            </p:nvSpPr>
            <p:spPr>
              <a:xfrm>
                <a:off x="864031" y="2327166"/>
                <a:ext cx="304011" cy="406246"/>
              </a:xfrm>
              <a:custGeom>
                <a:avLst/>
                <a:gdLst/>
                <a:ahLst/>
                <a:cxnLst/>
                <a:rect l="l" t="t" r="r" b="b"/>
                <a:pathLst>
                  <a:path w="371" h="496" extrusionOk="0">
                    <a:moveTo>
                      <a:pt x="371" y="17"/>
                    </a:moveTo>
                    <a:cubicBezTo>
                      <a:pt x="58" y="496"/>
                      <a:pt x="58" y="496"/>
                      <a:pt x="58" y="496"/>
                    </a:cubicBezTo>
                    <a:cubicBezTo>
                      <a:pt x="33" y="471"/>
                      <a:pt x="14" y="441"/>
                      <a:pt x="0" y="408"/>
                    </a:cubicBezTo>
                    <a:cubicBezTo>
                      <a:pt x="267" y="0"/>
                      <a:pt x="267" y="0"/>
                      <a:pt x="267" y="0"/>
                    </a:cubicBezTo>
                    <a:cubicBezTo>
                      <a:pt x="268" y="0"/>
                      <a:pt x="270" y="0"/>
                      <a:pt x="272" y="0"/>
                    </a:cubicBezTo>
                    <a:cubicBezTo>
                      <a:pt x="307" y="0"/>
                      <a:pt x="340" y="6"/>
                      <a:pt x="371" y="1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5"/>
              <p:cNvSpPr/>
              <p:nvPr/>
            </p:nvSpPr>
            <p:spPr>
              <a:xfrm>
                <a:off x="777043" y="2258113"/>
                <a:ext cx="618783" cy="618783"/>
              </a:xfrm>
              <a:custGeom>
                <a:avLst/>
                <a:gdLst/>
                <a:ahLst/>
                <a:cxnLst/>
                <a:rect l="l" t="t" r="r" b="b"/>
                <a:pathLst>
                  <a:path w="755" h="755" extrusionOk="0">
                    <a:moveTo>
                      <a:pt x="246" y="683"/>
                    </a:moveTo>
                    <a:cubicBezTo>
                      <a:pt x="414" y="755"/>
                      <a:pt x="609" y="678"/>
                      <a:pt x="682" y="510"/>
                    </a:cubicBezTo>
                    <a:cubicBezTo>
                      <a:pt x="755" y="342"/>
                      <a:pt x="678" y="146"/>
                      <a:pt x="509" y="73"/>
                    </a:cubicBezTo>
                    <a:cubicBezTo>
                      <a:pt x="341" y="0"/>
                      <a:pt x="146" y="78"/>
                      <a:pt x="73" y="246"/>
                    </a:cubicBezTo>
                    <a:cubicBezTo>
                      <a:pt x="0" y="414"/>
                      <a:pt x="77" y="610"/>
                      <a:pt x="246" y="683"/>
                    </a:cubicBezTo>
                    <a:close/>
                    <a:moveTo>
                      <a:pt x="626" y="485"/>
                    </a:moveTo>
                    <a:cubicBezTo>
                      <a:pt x="566" y="622"/>
                      <a:pt x="407" y="685"/>
                      <a:pt x="270" y="626"/>
                    </a:cubicBezTo>
                    <a:cubicBezTo>
                      <a:pt x="133" y="567"/>
                      <a:pt x="70" y="407"/>
                      <a:pt x="129" y="271"/>
                    </a:cubicBezTo>
                    <a:cubicBezTo>
                      <a:pt x="189" y="134"/>
                      <a:pt x="348" y="71"/>
                      <a:pt x="485" y="130"/>
                    </a:cubicBezTo>
                    <a:cubicBezTo>
                      <a:pt x="622" y="189"/>
                      <a:pt x="685" y="349"/>
                      <a:pt x="626" y="48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82" name="Google Shape;8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3" name="Google Shape;83;p5"/>
          <p:cNvSpPr txBox="1">
            <a:spLocks noGrp="1"/>
          </p:cNvSpPr>
          <p:nvPr>
            <p:ph type="subTitle" idx="1"/>
          </p:nvPr>
        </p:nvSpPr>
        <p:spPr>
          <a:xfrm>
            <a:off x="4989827" y="270452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4" name="Google Shape;84;p5"/>
          <p:cNvSpPr txBox="1">
            <a:spLocks noGrp="1"/>
          </p:cNvSpPr>
          <p:nvPr>
            <p:ph type="subTitle" idx="2"/>
          </p:nvPr>
        </p:nvSpPr>
        <p:spPr>
          <a:xfrm>
            <a:off x="1012325" y="270452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5" name="Google Shape;85;p5"/>
          <p:cNvSpPr txBox="1">
            <a:spLocks noGrp="1"/>
          </p:cNvSpPr>
          <p:nvPr>
            <p:ph type="subTitle" idx="3"/>
          </p:nvPr>
        </p:nvSpPr>
        <p:spPr>
          <a:xfrm>
            <a:off x="1012325" y="1962450"/>
            <a:ext cx="3141900" cy="86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sp>
        <p:nvSpPr>
          <p:cNvPr id="86" name="Google Shape;86;p5"/>
          <p:cNvSpPr txBox="1">
            <a:spLocks noGrp="1"/>
          </p:cNvSpPr>
          <p:nvPr>
            <p:ph type="subTitle" idx="4"/>
          </p:nvPr>
        </p:nvSpPr>
        <p:spPr>
          <a:xfrm>
            <a:off x="4989832" y="1962450"/>
            <a:ext cx="3141900" cy="86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algn="ctr" rtl="0">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grpSp>
        <p:nvGrpSpPr>
          <p:cNvPr id="87" name="Google Shape;87;p5"/>
          <p:cNvGrpSpPr/>
          <p:nvPr/>
        </p:nvGrpSpPr>
        <p:grpSpPr>
          <a:xfrm>
            <a:off x="1564677" y="-72908"/>
            <a:ext cx="7097557" cy="4838103"/>
            <a:chOff x="1564677" y="-72908"/>
            <a:chExt cx="7097557" cy="4838103"/>
          </a:xfrm>
        </p:grpSpPr>
        <p:sp>
          <p:nvSpPr>
            <p:cNvPr id="88" name="Google Shape;88;p5"/>
            <p:cNvSpPr/>
            <p:nvPr/>
          </p:nvSpPr>
          <p:spPr>
            <a:xfrm>
              <a:off x="1564677" y="44427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9" name="Google Shape;89;p5"/>
            <p:cNvGrpSpPr/>
            <p:nvPr/>
          </p:nvGrpSpPr>
          <p:grpSpPr>
            <a:xfrm rot="4095745">
              <a:off x="7986209" y="-111497"/>
              <a:ext cx="451777" cy="789064"/>
              <a:chOff x="8579627" y="228750"/>
              <a:chExt cx="451723" cy="788970"/>
            </a:xfrm>
          </p:grpSpPr>
          <p:sp>
            <p:nvSpPr>
              <p:cNvPr id="90" name="Google Shape;90;p5"/>
              <p:cNvSpPr/>
              <p:nvPr/>
            </p:nvSpPr>
            <p:spPr>
              <a:xfrm>
                <a:off x="8579627" y="695320"/>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5"/>
              <p:cNvSpPr/>
              <p:nvPr/>
            </p:nvSpPr>
            <p:spPr>
              <a:xfrm>
                <a:off x="8846775" y="228750"/>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7"/>
        <p:cNvGrpSpPr/>
        <p:nvPr/>
      </p:nvGrpSpPr>
      <p:grpSpPr>
        <a:xfrm>
          <a:off x="0" y="0"/>
          <a:ext cx="0" cy="0"/>
          <a:chOff x="0" y="0"/>
          <a:chExt cx="0" cy="0"/>
        </a:xfrm>
      </p:grpSpPr>
      <p:sp>
        <p:nvSpPr>
          <p:cNvPr id="128" name="Google Shape;128;p7"/>
          <p:cNvSpPr txBox="1">
            <a:spLocks noGrp="1"/>
          </p:cNvSpPr>
          <p:nvPr>
            <p:ph type="title"/>
          </p:nvPr>
        </p:nvSpPr>
        <p:spPr>
          <a:xfrm>
            <a:off x="720000" y="445025"/>
            <a:ext cx="4360200" cy="1013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9" name="Google Shape;129;p7"/>
          <p:cNvSpPr txBox="1">
            <a:spLocks noGrp="1"/>
          </p:cNvSpPr>
          <p:nvPr>
            <p:ph type="subTitle" idx="1"/>
          </p:nvPr>
        </p:nvSpPr>
        <p:spPr>
          <a:xfrm>
            <a:off x="720000" y="1700300"/>
            <a:ext cx="4360200" cy="290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130" name="Google Shape;130;p7"/>
          <p:cNvSpPr>
            <a:spLocks noGrp="1"/>
          </p:cNvSpPr>
          <p:nvPr>
            <p:ph type="pic" idx="2"/>
          </p:nvPr>
        </p:nvSpPr>
        <p:spPr>
          <a:xfrm>
            <a:off x="5287787" y="1164750"/>
            <a:ext cx="2702100" cy="3145200"/>
          </a:xfrm>
          <a:prstGeom prst="roundRect">
            <a:avLst>
              <a:gd name="adj" fmla="val 16667"/>
            </a:avLst>
          </a:prstGeom>
          <a:noFill/>
          <a:ln>
            <a:noFill/>
          </a:ln>
        </p:spPr>
      </p:sp>
      <p:grpSp>
        <p:nvGrpSpPr>
          <p:cNvPr id="131" name="Google Shape;131;p7"/>
          <p:cNvGrpSpPr/>
          <p:nvPr/>
        </p:nvGrpSpPr>
        <p:grpSpPr>
          <a:xfrm>
            <a:off x="-1074892" y="-1954336"/>
            <a:ext cx="11396924" cy="8184515"/>
            <a:chOff x="-1074892" y="-1954336"/>
            <a:chExt cx="11396924" cy="8184515"/>
          </a:xfrm>
        </p:grpSpPr>
        <p:sp>
          <p:nvSpPr>
            <p:cNvPr id="132" name="Google Shape;132;p7"/>
            <p:cNvSpPr/>
            <p:nvPr/>
          </p:nvSpPr>
          <p:spPr>
            <a:xfrm rot="-9487761">
              <a:off x="6881307" y="-1464727"/>
              <a:ext cx="3098926" cy="2433851"/>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7"/>
            <p:cNvSpPr/>
            <p:nvPr/>
          </p:nvSpPr>
          <p:spPr>
            <a:xfrm rot="-9880295" flipH="1">
              <a:off x="-871076" y="4120981"/>
              <a:ext cx="2249342" cy="1844701"/>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4" name="Google Shape;134;p7"/>
          <p:cNvGrpSpPr/>
          <p:nvPr/>
        </p:nvGrpSpPr>
        <p:grpSpPr>
          <a:xfrm>
            <a:off x="7702991" y="236579"/>
            <a:ext cx="1713523" cy="1256858"/>
            <a:chOff x="7702991" y="236579"/>
            <a:chExt cx="1713523" cy="1256858"/>
          </a:xfrm>
        </p:grpSpPr>
        <p:grpSp>
          <p:nvGrpSpPr>
            <p:cNvPr id="135" name="Google Shape;135;p7"/>
            <p:cNvGrpSpPr/>
            <p:nvPr/>
          </p:nvGrpSpPr>
          <p:grpSpPr>
            <a:xfrm>
              <a:off x="7702991" y="236579"/>
              <a:ext cx="428274" cy="605851"/>
              <a:chOff x="6000261" y="1225220"/>
              <a:chExt cx="627600" cy="887824"/>
            </a:xfrm>
          </p:grpSpPr>
          <p:sp>
            <p:nvSpPr>
              <p:cNvPr id="136" name="Google Shape;136;p7"/>
              <p:cNvSpPr/>
              <p:nvPr/>
            </p:nvSpPr>
            <p:spPr>
              <a:xfrm>
                <a:off x="6000261" y="1293145"/>
                <a:ext cx="627600" cy="8199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 name="Google Shape;137;p7"/>
              <p:cNvSpPr/>
              <p:nvPr/>
            </p:nvSpPr>
            <p:spPr>
              <a:xfrm>
                <a:off x="6000261" y="1225220"/>
                <a:ext cx="627579" cy="6792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 name="Google Shape;138;p7"/>
              <p:cNvSpPr/>
              <p:nvPr/>
            </p:nvSpPr>
            <p:spPr>
              <a:xfrm>
                <a:off x="6029918"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 name="Google Shape;139;p7"/>
              <p:cNvSpPr/>
              <p:nvPr/>
            </p:nvSpPr>
            <p:spPr>
              <a:xfrm>
                <a:off x="6077752"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 name="Google Shape;140;p7"/>
              <p:cNvSpPr/>
              <p:nvPr/>
            </p:nvSpPr>
            <p:spPr>
              <a:xfrm>
                <a:off x="6126543" y="1243398"/>
                <a:ext cx="306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 name="Google Shape;141;p7"/>
              <p:cNvSpPr/>
              <p:nvPr/>
            </p:nvSpPr>
            <p:spPr>
              <a:xfrm>
                <a:off x="6100712" y="1671989"/>
                <a:ext cx="97500" cy="142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 name="Google Shape;142;p7"/>
              <p:cNvSpPr/>
              <p:nvPr/>
            </p:nvSpPr>
            <p:spPr>
              <a:xfrm>
                <a:off x="6248997" y="1573451"/>
                <a:ext cx="98400" cy="241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 name="Google Shape;143;p7"/>
              <p:cNvSpPr/>
              <p:nvPr/>
            </p:nvSpPr>
            <p:spPr>
              <a:xfrm>
                <a:off x="6397281" y="1484480"/>
                <a:ext cx="97500" cy="330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 name="Google Shape;144;p7"/>
              <p:cNvSpPr/>
              <p:nvPr/>
            </p:nvSpPr>
            <p:spPr>
              <a:xfrm>
                <a:off x="6135152" y="1338108"/>
                <a:ext cx="308049" cy="309007"/>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7"/>
              <p:cNvSpPr/>
              <p:nvPr/>
            </p:nvSpPr>
            <p:spPr>
              <a:xfrm>
                <a:off x="6072012" y="1876717"/>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7"/>
              <p:cNvSpPr/>
              <p:nvPr/>
            </p:nvSpPr>
            <p:spPr>
              <a:xfrm>
                <a:off x="6072012" y="1929334"/>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 name="Google Shape;147;p7"/>
              <p:cNvSpPr/>
              <p:nvPr/>
            </p:nvSpPr>
            <p:spPr>
              <a:xfrm>
                <a:off x="6124629" y="1981952"/>
                <a:ext cx="3777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 name="Google Shape;148;p7"/>
              <p:cNvSpPr/>
              <p:nvPr/>
            </p:nvSpPr>
            <p:spPr>
              <a:xfrm>
                <a:off x="6192553" y="2034569"/>
                <a:ext cx="2421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9" name="Google Shape;149;p7"/>
            <p:cNvGrpSpPr/>
            <p:nvPr/>
          </p:nvGrpSpPr>
          <p:grpSpPr>
            <a:xfrm rot="-2376894">
              <a:off x="8771628" y="712393"/>
              <a:ext cx="471966" cy="712375"/>
              <a:chOff x="2047101" y="2145599"/>
              <a:chExt cx="407553" cy="615151"/>
            </a:xfrm>
          </p:grpSpPr>
          <p:sp>
            <p:nvSpPr>
              <p:cNvPr id="150" name="Google Shape;150;p7"/>
              <p:cNvSpPr/>
              <p:nvPr/>
            </p:nvSpPr>
            <p:spPr>
              <a:xfrm>
                <a:off x="2047101" y="2145599"/>
                <a:ext cx="407553" cy="615151"/>
              </a:xfrm>
              <a:custGeom>
                <a:avLst/>
                <a:gdLst/>
                <a:ahLst/>
                <a:cxnLst/>
                <a:rect l="l" t="t" r="r" b="b"/>
                <a:pathLst>
                  <a:path w="879" h="1325" extrusionOk="0">
                    <a:moveTo>
                      <a:pt x="879" y="55"/>
                    </a:moveTo>
                    <a:cubicBezTo>
                      <a:pt x="879" y="1270"/>
                      <a:pt x="879" y="1270"/>
                      <a:pt x="879" y="1270"/>
                    </a:cubicBezTo>
                    <a:cubicBezTo>
                      <a:pt x="879" y="1300"/>
                      <a:pt x="854" y="1325"/>
                      <a:pt x="824" y="1325"/>
                    </a:cubicBezTo>
                    <a:cubicBezTo>
                      <a:pt x="55" y="1325"/>
                      <a:pt x="55" y="1325"/>
                      <a:pt x="55" y="1325"/>
                    </a:cubicBezTo>
                    <a:cubicBezTo>
                      <a:pt x="25" y="1325"/>
                      <a:pt x="0" y="1300"/>
                      <a:pt x="0" y="1270"/>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 name="Google Shape;151;p7"/>
              <p:cNvSpPr/>
              <p:nvPr/>
            </p:nvSpPr>
            <p:spPr>
              <a:xfrm>
                <a:off x="2047101" y="2145599"/>
                <a:ext cx="407553" cy="203528"/>
              </a:xfrm>
              <a:custGeom>
                <a:avLst/>
                <a:gdLst/>
                <a:ahLst/>
                <a:cxnLst/>
                <a:rect l="l" t="t" r="r" b="b"/>
                <a:pathLst>
                  <a:path w="879" h="439" extrusionOk="0">
                    <a:moveTo>
                      <a:pt x="879" y="55"/>
                    </a:moveTo>
                    <a:cubicBezTo>
                      <a:pt x="879" y="439"/>
                      <a:pt x="879" y="439"/>
                      <a:pt x="879" y="439"/>
                    </a:cubicBezTo>
                    <a:cubicBezTo>
                      <a:pt x="0" y="439"/>
                      <a:pt x="0" y="439"/>
                      <a:pt x="0" y="439"/>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 name="Google Shape;152;p7"/>
              <p:cNvSpPr/>
              <p:nvPr/>
            </p:nvSpPr>
            <p:spPr>
              <a:xfrm>
                <a:off x="2080091" y="2234928"/>
                <a:ext cx="341100" cy="864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 name="Google Shape;153;p7"/>
              <p:cNvSpPr/>
              <p:nvPr/>
            </p:nvSpPr>
            <p:spPr>
              <a:xfrm>
                <a:off x="2207483" y="2234928"/>
                <a:ext cx="194894" cy="86283"/>
              </a:xfrm>
              <a:custGeom>
                <a:avLst/>
                <a:gdLst/>
                <a:ahLst/>
                <a:cxnLst/>
                <a:rect l="l" t="t" r="r" b="b"/>
                <a:pathLst>
                  <a:path w="384" h="170" extrusionOk="0">
                    <a:moveTo>
                      <a:pt x="384" y="0"/>
                    </a:moveTo>
                    <a:lnTo>
                      <a:pt x="270" y="170"/>
                    </a:lnTo>
                    <a:lnTo>
                      <a:pt x="0" y="170"/>
                    </a:lnTo>
                    <a:lnTo>
                      <a:pt x="113" y="0"/>
                    </a:lnTo>
                    <a:lnTo>
                      <a:pt x="38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 name="Google Shape;154;p7"/>
              <p:cNvSpPr/>
              <p:nvPr/>
            </p:nvSpPr>
            <p:spPr>
              <a:xfrm>
                <a:off x="2089734" y="2234928"/>
                <a:ext cx="125869" cy="86283"/>
              </a:xfrm>
              <a:custGeom>
                <a:avLst/>
                <a:gdLst/>
                <a:ahLst/>
                <a:cxnLst/>
                <a:rect l="l" t="t" r="r" b="b"/>
                <a:pathLst>
                  <a:path w="248" h="170" extrusionOk="0">
                    <a:moveTo>
                      <a:pt x="248" y="0"/>
                    </a:moveTo>
                    <a:lnTo>
                      <a:pt x="135" y="170"/>
                    </a:lnTo>
                    <a:lnTo>
                      <a:pt x="0" y="170"/>
                    </a:lnTo>
                    <a:lnTo>
                      <a:pt x="113" y="0"/>
                    </a:lnTo>
                    <a:lnTo>
                      <a:pt x="2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 name="Google Shape;155;p7"/>
              <p:cNvSpPr/>
              <p:nvPr/>
            </p:nvSpPr>
            <p:spPr>
              <a:xfrm>
                <a:off x="2080091" y="2420691"/>
                <a:ext cx="72070" cy="49740"/>
              </a:xfrm>
              <a:custGeom>
                <a:avLst/>
                <a:gdLst/>
                <a:ahLst/>
                <a:cxnLst/>
                <a:rect l="l" t="t" r="r" b="b"/>
                <a:pathLst>
                  <a:path w="155" h="107" extrusionOk="0">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 name="Google Shape;156;p7"/>
              <p:cNvSpPr/>
              <p:nvPr/>
            </p:nvSpPr>
            <p:spPr>
              <a:xfrm>
                <a:off x="2169925" y="2420691"/>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 name="Google Shape;157;p7"/>
              <p:cNvSpPr/>
              <p:nvPr/>
            </p:nvSpPr>
            <p:spPr>
              <a:xfrm>
                <a:off x="2259252" y="2420691"/>
                <a:ext cx="72578"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 name="Google Shape;158;p7"/>
              <p:cNvSpPr/>
              <p:nvPr/>
            </p:nvSpPr>
            <p:spPr>
              <a:xfrm>
                <a:off x="2349086" y="2420691"/>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 name="Google Shape;159;p7"/>
              <p:cNvSpPr/>
              <p:nvPr/>
            </p:nvSpPr>
            <p:spPr>
              <a:xfrm>
                <a:off x="2080091" y="2486165"/>
                <a:ext cx="72070" cy="49740"/>
              </a:xfrm>
              <a:custGeom>
                <a:avLst/>
                <a:gdLst/>
                <a:ahLst/>
                <a:cxnLst/>
                <a:rect l="l" t="t" r="r" b="b"/>
                <a:pathLst>
                  <a:path w="155" h="107" extrusionOk="0">
                    <a:moveTo>
                      <a:pt x="131" y="0"/>
                    </a:moveTo>
                    <a:cubicBezTo>
                      <a:pt x="24" y="0"/>
                      <a:pt x="24" y="0"/>
                      <a:pt x="24" y="0"/>
                    </a:cubicBezTo>
                    <a:cubicBezTo>
                      <a:pt x="11" y="0"/>
                      <a:pt x="0" y="11"/>
                      <a:pt x="0" y="25"/>
                    </a:cubicBezTo>
                    <a:cubicBezTo>
                      <a:pt x="0" y="81"/>
                      <a:pt x="0" y="81"/>
                      <a:pt x="0" y="81"/>
                    </a:cubicBezTo>
                    <a:cubicBezTo>
                      <a:pt x="0" y="95"/>
                      <a:pt x="11" y="107"/>
                      <a:pt x="24" y="107"/>
                    </a:cubicBezTo>
                    <a:cubicBezTo>
                      <a:pt x="131" y="107"/>
                      <a:pt x="131" y="107"/>
                      <a:pt x="131" y="107"/>
                    </a:cubicBezTo>
                    <a:cubicBezTo>
                      <a:pt x="145" y="107"/>
                      <a:pt x="155" y="95"/>
                      <a:pt x="155" y="81"/>
                    </a:cubicBezTo>
                    <a:cubicBezTo>
                      <a:pt x="155" y="25"/>
                      <a:pt x="155" y="25"/>
                      <a:pt x="155" y="25"/>
                    </a:cubicBezTo>
                    <a:cubicBezTo>
                      <a:pt x="155"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 name="Google Shape;160;p7"/>
              <p:cNvSpPr/>
              <p:nvPr/>
            </p:nvSpPr>
            <p:spPr>
              <a:xfrm>
                <a:off x="2169925" y="2486165"/>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7"/>
              <p:cNvSpPr/>
              <p:nvPr/>
            </p:nvSpPr>
            <p:spPr>
              <a:xfrm>
                <a:off x="2259252" y="2486165"/>
                <a:ext cx="72578"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7"/>
              <p:cNvSpPr/>
              <p:nvPr/>
            </p:nvSpPr>
            <p:spPr>
              <a:xfrm>
                <a:off x="2349086" y="2486165"/>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 name="Google Shape;163;p7"/>
              <p:cNvSpPr/>
              <p:nvPr/>
            </p:nvSpPr>
            <p:spPr>
              <a:xfrm>
                <a:off x="2080091" y="2551131"/>
                <a:ext cx="72070" cy="49740"/>
              </a:xfrm>
              <a:custGeom>
                <a:avLst/>
                <a:gdLst/>
                <a:ahLst/>
                <a:cxnLst/>
                <a:rect l="l" t="t" r="r" b="b"/>
                <a:pathLst>
                  <a:path w="155" h="107" extrusionOk="0">
                    <a:moveTo>
                      <a:pt x="131" y="0"/>
                    </a:moveTo>
                    <a:cubicBezTo>
                      <a:pt x="24" y="0"/>
                      <a:pt x="24" y="0"/>
                      <a:pt x="24" y="0"/>
                    </a:cubicBezTo>
                    <a:cubicBezTo>
                      <a:pt x="11" y="0"/>
                      <a:pt x="0" y="11"/>
                      <a:pt x="0" y="25"/>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5"/>
                      <a:pt x="155" y="25"/>
                      <a:pt x="155" y="25"/>
                    </a:cubicBezTo>
                    <a:cubicBezTo>
                      <a:pt x="155"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7"/>
              <p:cNvSpPr/>
              <p:nvPr/>
            </p:nvSpPr>
            <p:spPr>
              <a:xfrm>
                <a:off x="2169925" y="2551131"/>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7"/>
              <p:cNvSpPr/>
              <p:nvPr/>
            </p:nvSpPr>
            <p:spPr>
              <a:xfrm>
                <a:off x="2259252" y="2551131"/>
                <a:ext cx="72578"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 name="Google Shape;166;p7"/>
              <p:cNvSpPr/>
              <p:nvPr/>
            </p:nvSpPr>
            <p:spPr>
              <a:xfrm>
                <a:off x="2349086" y="2551131"/>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 name="Google Shape;167;p7"/>
              <p:cNvSpPr/>
              <p:nvPr/>
            </p:nvSpPr>
            <p:spPr>
              <a:xfrm>
                <a:off x="2080091" y="2616098"/>
                <a:ext cx="72070" cy="49740"/>
              </a:xfrm>
              <a:custGeom>
                <a:avLst/>
                <a:gdLst/>
                <a:ahLst/>
                <a:cxnLst/>
                <a:rect l="l" t="t" r="r" b="b"/>
                <a:pathLst>
                  <a:path w="155" h="107" extrusionOk="0">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7"/>
              <p:cNvSpPr/>
              <p:nvPr/>
            </p:nvSpPr>
            <p:spPr>
              <a:xfrm>
                <a:off x="2169925" y="2616098"/>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7"/>
              <p:cNvSpPr/>
              <p:nvPr/>
            </p:nvSpPr>
            <p:spPr>
              <a:xfrm>
                <a:off x="2259252" y="2616098"/>
                <a:ext cx="72578"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7"/>
              <p:cNvSpPr/>
              <p:nvPr/>
            </p:nvSpPr>
            <p:spPr>
              <a:xfrm>
                <a:off x="2080091" y="2681572"/>
                <a:ext cx="72070" cy="49232"/>
              </a:xfrm>
              <a:custGeom>
                <a:avLst/>
                <a:gdLst/>
                <a:ahLst/>
                <a:cxnLst/>
                <a:rect l="l" t="t" r="r" b="b"/>
                <a:pathLst>
                  <a:path w="155" h="106" extrusionOk="0">
                    <a:moveTo>
                      <a:pt x="131" y="0"/>
                    </a:moveTo>
                    <a:cubicBezTo>
                      <a:pt x="24" y="0"/>
                      <a:pt x="24" y="0"/>
                      <a:pt x="24" y="0"/>
                    </a:cubicBezTo>
                    <a:cubicBezTo>
                      <a:pt x="11" y="0"/>
                      <a:pt x="0" y="11"/>
                      <a:pt x="0" y="25"/>
                    </a:cubicBezTo>
                    <a:cubicBezTo>
                      <a:pt x="0" y="81"/>
                      <a:pt x="0" y="81"/>
                      <a:pt x="0" y="81"/>
                    </a:cubicBezTo>
                    <a:cubicBezTo>
                      <a:pt x="0" y="95"/>
                      <a:pt x="11" y="106"/>
                      <a:pt x="24" y="106"/>
                    </a:cubicBezTo>
                    <a:cubicBezTo>
                      <a:pt x="131" y="106"/>
                      <a:pt x="131" y="106"/>
                      <a:pt x="131" y="106"/>
                    </a:cubicBezTo>
                    <a:cubicBezTo>
                      <a:pt x="145" y="106"/>
                      <a:pt x="155" y="95"/>
                      <a:pt x="155" y="81"/>
                    </a:cubicBezTo>
                    <a:cubicBezTo>
                      <a:pt x="155" y="25"/>
                      <a:pt x="155" y="25"/>
                      <a:pt x="155" y="25"/>
                    </a:cubicBezTo>
                    <a:cubicBezTo>
                      <a:pt x="155"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7"/>
              <p:cNvSpPr/>
              <p:nvPr/>
            </p:nvSpPr>
            <p:spPr>
              <a:xfrm>
                <a:off x="2169925" y="2681572"/>
                <a:ext cx="72070" cy="49232"/>
              </a:xfrm>
              <a:custGeom>
                <a:avLst/>
                <a:gdLst/>
                <a:ahLst/>
                <a:cxnLst/>
                <a:rect l="l" t="t" r="r" b="b"/>
                <a:pathLst>
                  <a:path w="156" h="106" extrusionOk="0">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 name="Google Shape;172;p7"/>
              <p:cNvSpPr/>
              <p:nvPr/>
            </p:nvSpPr>
            <p:spPr>
              <a:xfrm>
                <a:off x="2259252" y="2681572"/>
                <a:ext cx="72578" cy="49232"/>
              </a:xfrm>
              <a:custGeom>
                <a:avLst/>
                <a:gdLst/>
                <a:ahLst/>
                <a:cxnLst/>
                <a:rect l="l" t="t" r="r" b="b"/>
                <a:pathLst>
                  <a:path w="156" h="106" extrusionOk="0">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7"/>
              <p:cNvSpPr/>
              <p:nvPr/>
            </p:nvSpPr>
            <p:spPr>
              <a:xfrm>
                <a:off x="2349086" y="2616098"/>
                <a:ext cx="72070" cy="114706"/>
              </a:xfrm>
              <a:custGeom>
                <a:avLst/>
                <a:gdLst/>
                <a:ahLst/>
                <a:cxnLst/>
                <a:rect l="l" t="t" r="r" b="b"/>
                <a:pathLst>
                  <a:path w="156" h="247" extrusionOk="0">
                    <a:moveTo>
                      <a:pt x="156" y="26"/>
                    </a:moveTo>
                    <a:cubicBezTo>
                      <a:pt x="156" y="12"/>
                      <a:pt x="145" y="0"/>
                      <a:pt x="131" y="0"/>
                    </a:cubicBezTo>
                    <a:cubicBezTo>
                      <a:pt x="25" y="0"/>
                      <a:pt x="25" y="0"/>
                      <a:pt x="25" y="0"/>
                    </a:cubicBezTo>
                    <a:cubicBezTo>
                      <a:pt x="11" y="0"/>
                      <a:pt x="0" y="12"/>
                      <a:pt x="0" y="26"/>
                    </a:cubicBezTo>
                    <a:cubicBezTo>
                      <a:pt x="0" y="82"/>
                      <a:pt x="0" y="82"/>
                      <a:pt x="0" y="82"/>
                    </a:cubicBezTo>
                    <a:cubicBezTo>
                      <a:pt x="0" y="83"/>
                      <a:pt x="1" y="84"/>
                      <a:pt x="1" y="84"/>
                    </a:cubicBezTo>
                    <a:cubicBezTo>
                      <a:pt x="1" y="86"/>
                      <a:pt x="0" y="87"/>
                      <a:pt x="0" y="88"/>
                    </a:cubicBezTo>
                    <a:cubicBezTo>
                      <a:pt x="0" y="164"/>
                      <a:pt x="0" y="164"/>
                      <a:pt x="0" y="164"/>
                    </a:cubicBezTo>
                    <a:cubicBezTo>
                      <a:pt x="0" y="165"/>
                      <a:pt x="0" y="165"/>
                      <a:pt x="0" y="165"/>
                    </a:cubicBezTo>
                    <a:cubicBezTo>
                      <a:pt x="0" y="166"/>
                      <a:pt x="0" y="166"/>
                      <a:pt x="0" y="166"/>
                    </a:cubicBezTo>
                    <a:cubicBezTo>
                      <a:pt x="0" y="222"/>
                      <a:pt x="0" y="222"/>
                      <a:pt x="0" y="222"/>
                    </a:cubicBezTo>
                    <a:cubicBezTo>
                      <a:pt x="0" y="236"/>
                      <a:pt x="11" y="247"/>
                      <a:pt x="25" y="247"/>
                    </a:cubicBezTo>
                    <a:cubicBezTo>
                      <a:pt x="131" y="247"/>
                      <a:pt x="131" y="247"/>
                      <a:pt x="131" y="247"/>
                    </a:cubicBezTo>
                    <a:cubicBezTo>
                      <a:pt x="145" y="247"/>
                      <a:pt x="156" y="236"/>
                      <a:pt x="156" y="222"/>
                    </a:cubicBezTo>
                    <a:cubicBezTo>
                      <a:pt x="156" y="166"/>
                      <a:pt x="156" y="166"/>
                      <a:pt x="156" y="166"/>
                    </a:cubicBezTo>
                    <a:cubicBezTo>
                      <a:pt x="156" y="165"/>
                      <a:pt x="156" y="165"/>
                      <a:pt x="156" y="165"/>
                    </a:cubicBezTo>
                    <a:cubicBezTo>
                      <a:pt x="156" y="164"/>
                      <a:pt x="156" y="164"/>
                      <a:pt x="156" y="164"/>
                    </a:cubicBezTo>
                    <a:cubicBezTo>
                      <a:pt x="156" y="88"/>
                      <a:pt x="156" y="88"/>
                      <a:pt x="156" y="88"/>
                    </a:cubicBezTo>
                    <a:cubicBezTo>
                      <a:pt x="156" y="87"/>
                      <a:pt x="156" y="86"/>
                      <a:pt x="156" y="84"/>
                    </a:cubicBezTo>
                    <a:cubicBezTo>
                      <a:pt x="156" y="84"/>
                      <a:pt x="156" y="83"/>
                      <a:pt x="156" y="82"/>
                    </a:cubicBezTo>
                    <a:lnTo>
                      <a:pt x="156" y="2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 name="Google Shape;174;p7"/>
              <p:cNvSpPr/>
              <p:nvPr/>
            </p:nvSpPr>
            <p:spPr>
              <a:xfrm>
                <a:off x="2080091" y="2368413"/>
                <a:ext cx="65473" cy="34513"/>
              </a:xfrm>
              <a:custGeom>
                <a:avLst/>
                <a:gdLst/>
                <a:ahLst/>
                <a:cxnLst/>
                <a:rect l="l" t="t" r="r" b="b"/>
                <a:pathLst>
                  <a:path w="141" h="74" extrusionOk="0">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 name="Google Shape;175;p7"/>
              <p:cNvSpPr/>
              <p:nvPr/>
            </p:nvSpPr>
            <p:spPr>
              <a:xfrm>
                <a:off x="2355684" y="2368413"/>
                <a:ext cx="65473" cy="34513"/>
              </a:xfrm>
              <a:custGeom>
                <a:avLst/>
                <a:gdLst/>
                <a:ahLst/>
                <a:cxnLst/>
                <a:rect l="l" t="t" r="r" b="b"/>
                <a:pathLst>
                  <a:path w="141" h="74" extrusionOk="0">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7"/>
              <p:cNvSpPr/>
              <p:nvPr/>
            </p:nvSpPr>
            <p:spPr>
              <a:xfrm>
                <a:off x="2163327" y="2368413"/>
                <a:ext cx="49231"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7"/>
              <p:cNvSpPr/>
              <p:nvPr/>
            </p:nvSpPr>
            <p:spPr>
              <a:xfrm>
                <a:off x="2226262" y="2368413"/>
                <a:ext cx="49231"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7"/>
              <p:cNvSpPr/>
              <p:nvPr/>
            </p:nvSpPr>
            <p:spPr>
              <a:xfrm>
                <a:off x="2289704" y="2368413"/>
                <a:ext cx="48724"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7"/>
              <p:cNvSpPr/>
              <p:nvPr/>
            </p:nvSpPr>
            <p:spPr>
              <a:xfrm>
                <a:off x="2080091" y="2179097"/>
                <a:ext cx="121302" cy="26900"/>
              </a:xfrm>
              <a:custGeom>
                <a:avLst/>
                <a:gdLst/>
                <a:ahLst/>
                <a:cxnLst/>
                <a:rect l="l" t="t" r="r" b="b"/>
                <a:pathLst>
                  <a:path w="261" h="58" extrusionOk="0">
                    <a:moveTo>
                      <a:pt x="232" y="0"/>
                    </a:moveTo>
                    <a:cubicBezTo>
                      <a:pt x="29" y="0"/>
                      <a:pt x="29" y="0"/>
                      <a:pt x="29" y="0"/>
                    </a:cubicBezTo>
                    <a:cubicBezTo>
                      <a:pt x="13" y="0"/>
                      <a:pt x="0" y="13"/>
                      <a:pt x="0" y="29"/>
                    </a:cubicBezTo>
                    <a:cubicBezTo>
                      <a:pt x="0" y="45"/>
                      <a:pt x="13" y="58"/>
                      <a:pt x="29" y="58"/>
                    </a:cubicBezTo>
                    <a:cubicBezTo>
                      <a:pt x="232" y="58"/>
                      <a:pt x="232" y="58"/>
                      <a:pt x="232" y="58"/>
                    </a:cubicBezTo>
                    <a:cubicBezTo>
                      <a:pt x="248" y="58"/>
                      <a:pt x="261" y="45"/>
                      <a:pt x="261" y="29"/>
                    </a:cubicBezTo>
                    <a:cubicBezTo>
                      <a:pt x="261" y="13"/>
                      <a:pt x="248" y="0"/>
                      <a:pt x="23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0" name="Google Shape;180;p7"/>
          <p:cNvGrpSpPr/>
          <p:nvPr/>
        </p:nvGrpSpPr>
        <p:grpSpPr>
          <a:xfrm>
            <a:off x="90252" y="352520"/>
            <a:ext cx="8548512" cy="4482580"/>
            <a:chOff x="90252" y="352520"/>
            <a:chExt cx="8548512" cy="4482580"/>
          </a:xfrm>
        </p:grpSpPr>
        <p:sp>
          <p:nvSpPr>
            <p:cNvPr id="181" name="Google Shape;181;p7"/>
            <p:cNvSpPr/>
            <p:nvPr/>
          </p:nvSpPr>
          <p:spPr>
            <a:xfrm>
              <a:off x="8312089" y="352520"/>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7"/>
            <p:cNvSpPr/>
            <p:nvPr/>
          </p:nvSpPr>
          <p:spPr>
            <a:xfrm>
              <a:off x="90252" y="40430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7"/>
            <p:cNvSpPr/>
            <p:nvPr/>
          </p:nvSpPr>
          <p:spPr>
            <a:xfrm>
              <a:off x="416925" y="4652950"/>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4"/>
        <p:cNvGrpSpPr/>
        <p:nvPr/>
      </p:nvGrpSpPr>
      <p:grpSpPr>
        <a:xfrm>
          <a:off x="0" y="0"/>
          <a:ext cx="0" cy="0"/>
          <a:chOff x="0" y="0"/>
          <a:chExt cx="0" cy="0"/>
        </a:xfrm>
      </p:grpSpPr>
      <p:grpSp>
        <p:nvGrpSpPr>
          <p:cNvPr id="185" name="Google Shape;185;p8"/>
          <p:cNvGrpSpPr/>
          <p:nvPr/>
        </p:nvGrpSpPr>
        <p:grpSpPr>
          <a:xfrm>
            <a:off x="-2012189" y="-3008195"/>
            <a:ext cx="13291278" cy="10373236"/>
            <a:chOff x="-2012189" y="-3008195"/>
            <a:chExt cx="13291278" cy="10373236"/>
          </a:xfrm>
        </p:grpSpPr>
        <p:sp>
          <p:nvSpPr>
            <p:cNvPr id="186" name="Google Shape;186;p8"/>
            <p:cNvSpPr/>
            <p:nvPr/>
          </p:nvSpPr>
          <p:spPr>
            <a:xfrm rot="-7883097">
              <a:off x="5052852" y="1477342"/>
              <a:ext cx="5631856" cy="4125620"/>
            </a:xfrm>
            <a:custGeom>
              <a:avLst/>
              <a:gdLst/>
              <a:ahLst/>
              <a:cxnLst/>
              <a:rect l="l" t="t" r="r" b="b"/>
              <a:pathLst>
                <a:path w="616186" h="397857" extrusionOk="0">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8"/>
            <p:cNvSpPr/>
            <p:nvPr/>
          </p:nvSpPr>
          <p:spPr>
            <a:xfrm rot="-8306489">
              <a:off x="808757" y="-2235647"/>
              <a:ext cx="3381355" cy="2773073"/>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8"/>
            <p:cNvSpPr/>
            <p:nvPr/>
          </p:nvSpPr>
          <p:spPr>
            <a:xfrm rot="-2526298">
              <a:off x="-1507395" y="3898776"/>
              <a:ext cx="3213799" cy="2742785"/>
            </a:xfrm>
            <a:custGeom>
              <a:avLst/>
              <a:gdLst/>
              <a:ahLst/>
              <a:cxnLst/>
              <a:rect l="l" t="t" r="r" b="b"/>
              <a:pathLst>
                <a:path w="1480978" h="1263926" extrusionOk="0">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9" name="Google Shape;189;p8"/>
          <p:cNvSpPr txBox="1">
            <a:spLocks noGrp="1"/>
          </p:cNvSpPr>
          <p:nvPr>
            <p:ph type="title"/>
          </p:nvPr>
        </p:nvSpPr>
        <p:spPr>
          <a:xfrm>
            <a:off x="713225" y="1655325"/>
            <a:ext cx="4919700" cy="19260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2" name="Google Shape;192;p9"/>
          <p:cNvSpPr txBox="1">
            <a:spLocks noGrp="1"/>
          </p:cNvSpPr>
          <p:nvPr>
            <p:ph type="subTitle" idx="1"/>
          </p:nvPr>
        </p:nvSpPr>
        <p:spPr>
          <a:xfrm>
            <a:off x="4731475" y="1538600"/>
            <a:ext cx="3699300" cy="2701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3" name="Google Shape;193;p9"/>
          <p:cNvSpPr txBox="1">
            <a:spLocks noGrp="1"/>
          </p:cNvSpPr>
          <p:nvPr>
            <p:ph type="subTitle" idx="2"/>
          </p:nvPr>
        </p:nvSpPr>
        <p:spPr>
          <a:xfrm>
            <a:off x="872400" y="1538600"/>
            <a:ext cx="3699300" cy="2701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94" name="Google Shape;194;p9"/>
          <p:cNvGrpSpPr/>
          <p:nvPr/>
        </p:nvGrpSpPr>
        <p:grpSpPr>
          <a:xfrm>
            <a:off x="-1003990" y="-1494873"/>
            <a:ext cx="12202257" cy="9246220"/>
            <a:chOff x="-1003990" y="-1494873"/>
            <a:chExt cx="12202257" cy="9246220"/>
          </a:xfrm>
        </p:grpSpPr>
        <p:sp>
          <p:nvSpPr>
            <p:cNvPr id="195" name="Google Shape;195;p9"/>
            <p:cNvSpPr/>
            <p:nvPr/>
          </p:nvSpPr>
          <p:spPr>
            <a:xfrm rot="-1862678">
              <a:off x="6571680" y="3713484"/>
              <a:ext cx="4091079" cy="3213076"/>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9"/>
            <p:cNvSpPr/>
            <p:nvPr/>
          </p:nvSpPr>
          <p:spPr>
            <a:xfrm rot="-3988337" flipH="1">
              <a:off x="-833999" y="-1017772"/>
              <a:ext cx="2249730" cy="1845020"/>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7" name="Google Shape;197;p9"/>
          <p:cNvGrpSpPr/>
          <p:nvPr/>
        </p:nvGrpSpPr>
        <p:grpSpPr>
          <a:xfrm>
            <a:off x="7726686" y="3223087"/>
            <a:ext cx="1740094" cy="1817570"/>
            <a:chOff x="7726686" y="3223087"/>
            <a:chExt cx="1740094" cy="1817570"/>
          </a:xfrm>
        </p:grpSpPr>
        <p:grpSp>
          <p:nvGrpSpPr>
            <p:cNvPr id="198" name="Google Shape;198;p9"/>
            <p:cNvGrpSpPr/>
            <p:nvPr/>
          </p:nvGrpSpPr>
          <p:grpSpPr>
            <a:xfrm>
              <a:off x="8790410" y="3223087"/>
              <a:ext cx="676370" cy="1142272"/>
              <a:chOff x="2757910" y="1240337"/>
              <a:chExt cx="676370" cy="1142272"/>
            </a:xfrm>
          </p:grpSpPr>
          <p:sp>
            <p:nvSpPr>
              <p:cNvPr id="199" name="Google Shape;199;p9"/>
              <p:cNvSpPr/>
              <p:nvPr/>
            </p:nvSpPr>
            <p:spPr>
              <a:xfrm>
                <a:off x="2757910" y="1240337"/>
                <a:ext cx="676370" cy="870576"/>
              </a:xfrm>
              <a:custGeom>
                <a:avLst/>
                <a:gdLst/>
                <a:ahLst/>
                <a:cxnLst/>
                <a:rect l="l" t="t" r="r" b="b"/>
                <a:pathLst>
                  <a:path w="774" h="996" extrusionOk="0">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9"/>
              <p:cNvSpPr/>
              <p:nvPr/>
            </p:nvSpPr>
            <p:spPr>
              <a:xfrm>
                <a:off x="2940636" y="2078385"/>
                <a:ext cx="320487" cy="227689"/>
              </a:xfrm>
              <a:custGeom>
                <a:avLst/>
                <a:gdLst/>
                <a:ahLst/>
                <a:cxnLst/>
                <a:rect l="l" t="t" r="r" b="b"/>
                <a:pathLst>
                  <a:path w="335" h="238" extrusionOk="0">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9"/>
              <p:cNvSpPr/>
              <p:nvPr/>
            </p:nvSpPr>
            <p:spPr>
              <a:xfrm>
                <a:off x="2924372" y="1697628"/>
                <a:ext cx="322400" cy="369276"/>
              </a:xfrm>
              <a:custGeom>
                <a:avLst/>
                <a:gdLst/>
                <a:ahLst/>
                <a:cxnLst/>
                <a:rect l="l" t="t" r="r" b="b"/>
                <a:pathLst>
                  <a:path w="369" h="422" extrusionOk="0">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9"/>
              <p:cNvSpPr/>
              <p:nvPr/>
            </p:nvSpPr>
            <p:spPr>
              <a:xfrm>
                <a:off x="2942549" y="1733025"/>
                <a:ext cx="304223" cy="323357"/>
              </a:xfrm>
              <a:custGeom>
                <a:avLst/>
                <a:gdLst/>
                <a:ahLst/>
                <a:cxnLst/>
                <a:rect l="l" t="t" r="r" b="b"/>
                <a:pathLst>
                  <a:path w="348" h="369" extrusionOk="0">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 name="Google Shape;203;p9"/>
              <p:cNvSpPr/>
              <p:nvPr/>
            </p:nvSpPr>
            <p:spPr>
              <a:xfrm>
                <a:off x="2904282" y="2056382"/>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9"/>
              <p:cNvSpPr/>
              <p:nvPr/>
            </p:nvSpPr>
            <p:spPr>
              <a:xfrm>
                <a:off x="2904282" y="2118566"/>
                <a:ext cx="393194" cy="41137"/>
              </a:xfrm>
              <a:custGeom>
                <a:avLst/>
                <a:gdLst/>
                <a:ahLst/>
                <a:cxnLst/>
                <a:rect l="l" t="t" r="r" b="b"/>
                <a:pathLst>
                  <a:path w="450" h="47" extrusionOk="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9"/>
              <p:cNvSpPr/>
              <p:nvPr/>
            </p:nvSpPr>
            <p:spPr>
              <a:xfrm>
                <a:off x="2904282" y="2181706"/>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9"/>
              <p:cNvSpPr/>
              <p:nvPr/>
            </p:nvSpPr>
            <p:spPr>
              <a:xfrm>
                <a:off x="3026737" y="2306074"/>
                <a:ext cx="148285" cy="76534"/>
              </a:xfrm>
              <a:custGeom>
                <a:avLst/>
                <a:gdLst/>
                <a:ahLst/>
                <a:cxnLst/>
                <a:rect l="l" t="t" r="r" b="b"/>
                <a:pathLst>
                  <a:path w="170" h="87" extrusionOk="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7" name="Google Shape;207;p9"/>
            <p:cNvGrpSpPr/>
            <p:nvPr/>
          </p:nvGrpSpPr>
          <p:grpSpPr>
            <a:xfrm>
              <a:off x="7726686" y="4365344"/>
              <a:ext cx="959226" cy="675313"/>
              <a:chOff x="3622711" y="1331469"/>
              <a:chExt cx="959226" cy="675313"/>
            </a:xfrm>
          </p:grpSpPr>
          <p:sp>
            <p:nvSpPr>
              <p:cNvPr id="208" name="Google Shape;208;p9"/>
              <p:cNvSpPr/>
              <p:nvPr/>
            </p:nvSpPr>
            <p:spPr>
              <a:xfrm>
                <a:off x="3622711" y="1331469"/>
                <a:ext cx="959226" cy="675313"/>
              </a:xfrm>
              <a:custGeom>
                <a:avLst/>
                <a:gdLst/>
                <a:ahLst/>
                <a:cxnLst/>
                <a:rect l="l" t="t" r="r" b="b"/>
                <a:pathLst>
                  <a:path w="517" h="365" extrusionOk="0">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9"/>
              <p:cNvSpPr/>
              <p:nvPr/>
            </p:nvSpPr>
            <p:spPr>
              <a:xfrm>
                <a:off x="3728165" y="1367972"/>
                <a:ext cx="750345" cy="332586"/>
              </a:xfrm>
              <a:custGeom>
                <a:avLst/>
                <a:gdLst/>
                <a:ahLst/>
                <a:cxnLst/>
                <a:rect l="l" t="t" r="r" b="b"/>
                <a:pathLst>
                  <a:path w="370" h="164" extrusionOk="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9"/>
              <p:cNvSpPr/>
              <p:nvPr/>
            </p:nvSpPr>
            <p:spPr>
              <a:xfrm>
                <a:off x="3963408" y="1513985"/>
                <a:ext cx="363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9"/>
              <p:cNvSpPr/>
              <p:nvPr/>
            </p:nvSpPr>
            <p:spPr>
              <a:xfrm>
                <a:off x="4083059" y="1597131"/>
                <a:ext cx="36300" cy="387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9"/>
              <p:cNvSpPr/>
              <p:nvPr/>
            </p:nvSpPr>
            <p:spPr>
              <a:xfrm>
                <a:off x="4208792" y="1445035"/>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9"/>
              <p:cNvSpPr/>
              <p:nvPr/>
            </p:nvSpPr>
            <p:spPr>
              <a:xfrm>
                <a:off x="4332497" y="1516013"/>
                <a:ext cx="387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9"/>
              <p:cNvSpPr/>
              <p:nvPr/>
            </p:nvSpPr>
            <p:spPr>
              <a:xfrm>
                <a:off x="4458231" y="1351748"/>
                <a:ext cx="36300" cy="363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9"/>
              <p:cNvSpPr/>
              <p:nvPr/>
            </p:nvSpPr>
            <p:spPr>
              <a:xfrm>
                <a:off x="3709914" y="1678250"/>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9"/>
              <p:cNvSpPr/>
              <p:nvPr/>
            </p:nvSpPr>
            <p:spPr>
              <a:xfrm>
                <a:off x="3701802" y="1765453"/>
                <a:ext cx="66923" cy="152098"/>
              </a:xfrm>
              <a:custGeom>
                <a:avLst/>
                <a:gdLst/>
                <a:ahLst/>
                <a:cxnLst/>
                <a:rect l="l" t="t" r="r" b="b"/>
                <a:pathLst>
                  <a:path w="36" h="83" extrusionOk="0">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9"/>
              <p:cNvSpPr/>
              <p:nvPr/>
            </p:nvSpPr>
            <p:spPr>
              <a:xfrm>
                <a:off x="3825507" y="1694474"/>
                <a:ext cx="66923" cy="223076"/>
              </a:xfrm>
              <a:custGeom>
                <a:avLst/>
                <a:gdLst/>
                <a:ahLst/>
                <a:cxnLst/>
                <a:rect l="l" t="t" r="r" b="b"/>
                <a:pathLst>
                  <a:path w="36" h="121" extrusionOk="0">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9"/>
              <p:cNvSpPr/>
              <p:nvPr/>
            </p:nvSpPr>
            <p:spPr>
              <a:xfrm>
                <a:off x="3947185" y="1621467"/>
                <a:ext cx="66923" cy="296083"/>
              </a:xfrm>
              <a:custGeom>
                <a:avLst/>
                <a:gdLst/>
                <a:ahLst/>
                <a:cxnLst/>
                <a:rect l="l" t="t" r="r" b="b"/>
                <a:pathLst>
                  <a:path w="36" h="160" extrusionOk="0">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9"/>
              <p:cNvSpPr/>
              <p:nvPr/>
            </p:nvSpPr>
            <p:spPr>
              <a:xfrm>
                <a:off x="4072918" y="1678250"/>
                <a:ext cx="64895" cy="239300"/>
              </a:xfrm>
              <a:custGeom>
                <a:avLst/>
                <a:gdLst/>
                <a:ahLst/>
                <a:cxnLst/>
                <a:rect l="l" t="t" r="r" b="b"/>
                <a:pathLst>
                  <a:path w="36" h="129" extrusionOk="0">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9"/>
              <p:cNvSpPr/>
              <p:nvPr/>
            </p:nvSpPr>
            <p:spPr>
              <a:xfrm>
                <a:off x="4196624" y="1548460"/>
                <a:ext cx="66923" cy="369089"/>
              </a:xfrm>
              <a:custGeom>
                <a:avLst/>
                <a:gdLst/>
                <a:ahLst/>
                <a:cxnLst/>
                <a:rect l="l" t="t" r="r" b="b"/>
                <a:pathLst>
                  <a:path w="36" h="199" extrusionOk="0">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 name="Google Shape;221;p9"/>
              <p:cNvSpPr/>
              <p:nvPr/>
            </p:nvSpPr>
            <p:spPr>
              <a:xfrm>
                <a:off x="4318302" y="1609299"/>
                <a:ext cx="66923" cy="308250"/>
              </a:xfrm>
              <a:custGeom>
                <a:avLst/>
                <a:gdLst/>
                <a:ahLst/>
                <a:cxnLst/>
                <a:rect l="l" t="t" r="r" b="b"/>
                <a:pathLst>
                  <a:path w="36" h="167" extrusionOk="0">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 name="Google Shape;222;p9"/>
              <p:cNvSpPr/>
              <p:nvPr/>
            </p:nvSpPr>
            <p:spPr>
              <a:xfrm>
                <a:off x="4442007" y="1459230"/>
                <a:ext cx="66923" cy="458319"/>
              </a:xfrm>
              <a:custGeom>
                <a:avLst/>
                <a:gdLst/>
                <a:ahLst/>
                <a:cxnLst/>
                <a:rect l="l" t="t" r="r" b="b"/>
                <a:pathLst>
                  <a:path w="36" h="248" extrusionOk="0">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23" name="Google Shape;223;p9"/>
          <p:cNvGrpSpPr/>
          <p:nvPr/>
        </p:nvGrpSpPr>
        <p:grpSpPr>
          <a:xfrm>
            <a:off x="184075" y="23395"/>
            <a:ext cx="8461726" cy="4179175"/>
            <a:chOff x="184075" y="23395"/>
            <a:chExt cx="8461726" cy="4179175"/>
          </a:xfrm>
        </p:grpSpPr>
        <p:sp>
          <p:nvSpPr>
            <p:cNvPr id="224" name="Google Shape;224;p9"/>
            <p:cNvSpPr/>
            <p:nvPr/>
          </p:nvSpPr>
          <p:spPr>
            <a:xfrm>
              <a:off x="8319127" y="3880170"/>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9"/>
            <p:cNvSpPr/>
            <p:nvPr/>
          </p:nvSpPr>
          <p:spPr>
            <a:xfrm>
              <a:off x="614752" y="233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9"/>
            <p:cNvSpPr/>
            <p:nvPr/>
          </p:nvSpPr>
          <p:spPr>
            <a:xfrm>
              <a:off x="184075" y="492150"/>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30"/>
        <p:cNvGrpSpPr/>
        <p:nvPr/>
      </p:nvGrpSpPr>
      <p:grpSpPr>
        <a:xfrm>
          <a:off x="0" y="0"/>
          <a:ext cx="0" cy="0"/>
          <a:chOff x="0" y="0"/>
          <a:chExt cx="0" cy="0"/>
        </a:xfrm>
      </p:grpSpPr>
      <p:grpSp>
        <p:nvGrpSpPr>
          <p:cNvPr id="231" name="Google Shape;231;p11"/>
          <p:cNvGrpSpPr/>
          <p:nvPr/>
        </p:nvGrpSpPr>
        <p:grpSpPr>
          <a:xfrm>
            <a:off x="-2029214" y="-2389503"/>
            <a:ext cx="12217127" cy="9357900"/>
            <a:chOff x="-2029214" y="-2389503"/>
            <a:chExt cx="12217127" cy="9357900"/>
          </a:xfrm>
        </p:grpSpPr>
        <p:sp>
          <p:nvSpPr>
            <p:cNvPr id="232" name="Google Shape;232;p11"/>
            <p:cNvSpPr/>
            <p:nvPr/>
          </p:nvSpPr>
          <p:spPr>
            <a:xfrm rot="7128936">
              <a:off x="-1270089" y="1442769"/>
              <a:ext cx="5631417" cy="4125872"/>
            </a:xfrm>
            <a:custGeom>
              <a:avLst/>
              <a:gdLst/>
              <a:ahLst/>
              <a:cxnLst/>
              <a:rect l="l" t="t" r="r" b="b"/>
              <a:pathLst>
                <a:path w="616186" h="397857" extrusionOk="0">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 name="Google Shape;233;p11"/>
            <p:cNvSpPr/>
            <p:nvPr/>
          </p:nvSpPr>
          <p:spPr>
            <a:xfrm rot="-8306489">
              <a:off x="6312332" y="-1616947"/>
              <a:ext cx="3381355" cy="2773073"/>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 name="Google Shape;234;p11"/>
            <p:cNvSpPr/>
            <p:nvPr/>
          </p:nvSpPr>
          <p:spPr>
            <a:xfrm rot="-2526298">
              <a:off x="-1524420" y="-1666024"/>
              <a:ext cx="3213799" cy="2742785"/>
            </a:xfrm>
            <a:custGeom>
              <a:avLst/>
              <a:gdLst/>
              <a:ahLst/>
              <a:cxnLst/>
              <a:rect l="l" t="t" r="r" b="b"/>
              <a:pathLst>
                <a:path w="1480978" h="1263926" extrusionOk="0">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35" name="Google Shape;235;p11"/>
          <p:cNvSpPr txBox="1">
            <a:spLocks noGrp="1"/>
          </p:cNvSpPr>
          <p:nvPr>
            <p:ph type="title" hasCustomPrompt="1"/>
          </p:nvPr>
        </p:nvSpPr>
        <p:spPr>
          <a:xfrm>
            <a:off x="5302675" y="2703800"/>
            <a:ext cx="3128100" cy="10782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36" name="Google Shape;236;p11"/>
          <p:cNvSpPr txBox="1">
            <a:spLocks noGrp="1"/>
          </p:cNvSpPr>
          <p:nvPr>
            <p:ph type="subTitle" idx="1"/>
          </p:nvPr>
        </p:nvSpPr>
        <p:spPr>
          <a:xfrm>
            <a:off x="5302675" y="3673475"/>
            <a:ext cx="3128100" cy="682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2"/>
        </a:solidFill>
        <a:effectLst/>
      </p:bgPr>
    </p:bg>
    <p:spTree>
      <p:nvGrpSpPr>
        <p:cNvPr id="1" name="Shape 237"/>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38"/>
        <p:cNvGrpSpPr/>
        <p:nvPr/>
      </p:nvGrpSpPr>
      <p:grpSpPr>
        <a:xfrm>
          <a:off x="0" y="0"/>
          <a:ext cx="0" cy="0"/>
          <a:chOff x="0" y="0"/>
          <a:chExt cx="0" cy="0"/>
        </a:xfrm>
      </p:grpSpPr>
      <p:grpSp>
        <p:nvGrpSpPr>
          <p:cNvPr id="239" name="Google Shape;239;p13"/>
          <p:cNvGrpSpPr/>
          <p:nvPr/>
        </p:nvGrpSpPr>
        <p:grpSpPr>
          <a:xfrm>
            <a:off x="-1203996" y="-1273080"/>
            <a:ext cx="11972579" cy="8563690"/>
            <a:chOff x="-1203996" y="-1273080"/>
            <a:chExt cx="11972579" cy="8563690"/>
          </a:xfrm>
        </p:grpSpPr>
        <p:sp>
          <p:nvSpPr>
            <p:cNvPr id="240" name="Google Shape;240;p13"/>
            <p:cNvSpPr/>
            <p:nvPr/>
          </p:nvSpPr>
          <p:spPr>
            <a:xfrm rot="-6823997">
              <a:off x="7481480" y="4165470"/>
              <a:ext cx="3098928" cy="2433855"/>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 name="Google Shape;241;p13"/>
            <p:cNvSpPr/>
            <p:nvPr/>
          </p:nvSpPr>
          <p:spPr>
            <a:xfrm rot="-3948904" flipH="1">
              <a:off x="-1026291" y="-790996"/>
              <a:ext cx="2252181" cy="1847030"/>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42" name="Google Shape;24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3" name="Google Shape;243;p13"/>
          <p:cNvSpPr txBox="1">
            <a:spLocks noGrp="1"/>
          </p:cNvSpPr>
          <p:nvPr>
            <p:ph type="subTitle" idx="1"/>
          </p:nvPr>
        </p:nvSpPr>
        <p:spPr>
          <a:xfrm>
            <a:off x="882150" y="2858089"/>
            <a:ext cx="2359200" cy="89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4" name="Google Shape;244;p13"/>
          <p:cNvSpPr txBox="1">
            <a:spLocks noGrp="1"/>
          </p:cNvSpPr>
          <p:nvPr>
            <p:ph type="subTitle" idx="2"/>
          </p:nvPr>
        </p:nvSpPr>
        <p:spPr>
          <a:xfrm>
            <a:off x="3393754" y="2858089"/>
            <a:ext cx="2356500" cy="89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5" name="Google Shape;245;p13"/>
          <p:cNvSpPr txBox="1">
            <a:spLocks noGrp="1"/>
          </p:cNvSpPr>
          <p:nvPr>
            <p:ph type="subTitle" idx="3"/>
          </p:nvPr>
        </p:nvSpPr>
        <p:spPr>
          <a:xfrm>
            <a:off x="5902646" y="2858087"/>
            <a:ext cx="2359200" cy="89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6" name="Google Shape;246;p13"/>
          <p:cNvSpPr txBox="1">
            <a:spLocks noGrp="1"/>
          </p:cNvSpPr>
          <p:nvPr>
            <p:ph type="subTitle" idx="4"/>
          </p:nvPr>
        </p:nvSpPr>
        <p:spPr>
          <a:xfrm>
            <a:off x="882150" y="2124063"/>
            <a:ext cx="2359200" cy="861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sp>
        <p:nvSpPr>
          <p:cNvPr id="247" name="Google Shape;247;p13"/>
          <p:cNvSpPr txBox="1">
            <a:spLocks noGrp="1"/>
          </p:cNvSpPr>
          <p:nvPr>
            <p:ph type="subTitle" idx="5"/>
          </p:nvPr>
        </p:nvSpPr>
        <p:spPr>
          <a:xfrm>
            <a:off x="3393757" y="2124063"/>
            <a:ext cx="2359200" cy="861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sp>
        <p:nvSpPr>
          <p:cNvPr id="248" name="Google Shape;248;p13"/>
          <p:cNvSpPr txBox="1">
            <a:spLocks noGrp="1"/>
          </p:cNvSpPr>
          <p:nvPr>
            <p:ph type="subTitle" idx="6"/>
          </p:nvPr>
        </p:nvSpPr>
        <p:spPr>
          <a:xfrm>
            <a:off x="5902639" y="2124063"/>
            <a:ext cx="2359200" cy="861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algn="ctr"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grpSp>
        <p:nvGrpSpPr>
          <p:cNvPr id="249" name="Google Shape;249;p13"/>
          <p:cNvGrpSpPr/>
          <p:nvPr/>
        </p:nvGrpSpPr>
        <p:grpSpPr>
          <a:xfrm>
            <a:off x="7469359" y="4220679"/>
            <a:ext cx="1246094" cy="1192058"/>
            <a:chOff x="7469359" y="4220679"/>
            <a:chExt cx="1246094" cy="1192058"/>
          </a:xfrm>
        </p:grpSpPr>
        <p:grpSp>
          <p:nvGrpSpPr>
            <p:cNvPr id="250" name="Google Shape;250;p13"/>
            <p:cNvGrpSpPr/>
            <p:nvPr/>
          </p:nvGrpSpPr>
          <p:grpSpPr>
            <a:xfrm>
              <a:off x="8287178" y="4220679"/>
              <a:ext cx="428274" cy="605851"/>
              <a:chOff x="6000261" y="1225220"/>
              <a:chExt cx="627600" cy="887824"/>
            </a:xfrm>
          </p:grpSpPr>
          <p:sp>
            <p:nvSpPr>
              <p:cNvPr id="251" name="Google Shape;251;p13"/>
              <p:cNvSpPr/>
              <p:nvPr/>
            </p:nvSpPr>
            <p:spPr>
              <a:xfrm>
                <a:off x="6000261" y="1293145"/>
                <a:ext cx="627600" cy="8199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 name="Google Shape;252;p13"/>
              <p:cNvSpPr/>
              <p:nvPr/>
            </p:nvSpPr>
            <p:spPr>
              <a:xfrm>
                <a:off x="6000261" y="1225220"/>
                <a:ext cx="627579" cy="6792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 name="Google Shape;253;p13"/>
              <p:cNvSpPr/>
              <p:nvPr/>
            </p:nvSpPr>
            <p:spPr>
              <a:xfrm>
                <a:off x="6029918"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 name="Google Shape;254;p13"/>
              <p:cNvSpPr/>
              <p:nvPr/>
            </p:nvSpPr>
            <p:spPr>
              <a:xfrm>
                <a:off x="6077752"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 name="Google Shape;255;p13"/>
              <p:cNvSpPr/>
              <p:nvPr/>
            </p:nvSpPr>
            <p:spPr>
              <a:xfrm>
                <a:off x="6126543" y="1243398"/>
                <a:ext cx="306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 name="Google Shape;256;p13"/>
              <p:cNvSpPr/>
              <p:nvPr/>
            </p:nvSpPr>
            <p:spPr>
              <a:xfrm>
                <a:off x="6100712" y="1671989"/>
                <a:ext cx="97500" cy="142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13"/>
              <p:cNvSpPr/>
              <p:nvPr/>
            </p:nvSpPr>
            <p:spPr>
              <a:xfrm>
                <a:off x="6248997" y="1573451"/>
                <a:ext cx="98400" cy="241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 name="Google Shape;258;p13"/>
              <p:cNvSpPr/>
              <p:nvPr/>
            </p:nvSpPr>
            <p:spPr>
              <a:xfrm>
                <a:off x="6397281" y="1484480"/>
                <a:ext cx="97500" cy="330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 name="Google Shape;259;p13"/>
              <p:cNvSpPr/>
              <p:nvPr/>
            </p:nvSpPr>
            <p:spPr>
              <a:xfrm>
                <a:off x="6135152" y="1338108"/>
                <a:ext cx="308049" cy="309007"/>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 name="Google Shape;260;p13"/>
              <p:cNvSpPr/>
              <p:nvPr/>
            </p:nvSpPr>
            <p:spPr>
              <a:xfrm>
                <a:off x="6072012" y="1876717"/>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13"/>
              <p:cNvSpPr/>
              <p:nvPr/>
            </p:nvSpPr>
            <p:spPr>
              <a:xfrm>
                <a:off x="6072012" y="1929334"/>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3"/>
              <p:cNvSpPr/>
              <p:nvPr/>
            </p:nvSpPr>
            <p:spPr>
              <a:xfrm>
                <a:off x="6124629" y="1981952"/>
                <a:ext cx="3777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13"/>
              <p:cNvSpPr/>
              <p:nvPr/>
            </p:nvSpPr>
            <p:spPr>
              <a:xfrm>
                <a:off x="6192553" y="2034569"/>
                <a:ext cx="2421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4" name="Google Shape;264;p13"/>
            <p:cNvGrpSpPr/>
            <p:nvPr/>
          </p:nvGrpSpPr>
          <p:grpSpPr>
            <a:xfrm rot="-2376894">
              <a:off x="7642278" y="4631693"/>
              <a:ext cx="471966" cy="712375"/>
              <a:chOff x="2047101" y="2145599"/>
              <a:chExt cx="407553" cy="615151"/>
            </a:xfrm>
          </p:grpSpPr>
          <p:sp>
            <p:nvSpPr>
              <p:cNvPr id="265" name="Google Shape;265;p13"/>
              <p:cNvSpPr/>
              <p:nvPr/>
            </p:nvSpPr>
            <p:spPr>
              <a:xfrm>
                <a:off x="2047101" y="2145599"/>
                <a:ext cx="407553" cy="615151"/>
              </a:xfrm>
              <a:custGeom>
                <a:avLst/>
                <a:gdLst/>
                <a:ahLst/>
                <a:cxnLst/>
                <a:rect l="l" t="t" r="r" b="b"/>
                <a:pathLst>
                  <a:path w="879" h="1325" extrusionOk="0">
                    <a:moveTo>
                      <a:pt x="879" y="55"/>
                    </a:moveTo>
                    <a:cubicBezTo>
                      <a:pt x="879" y="1270"/>
                      <a:pt x="879" y="1270"/>
                      <a:pt x="879" y="1270"/>
                    </a:cubicBezTo>
                    <a:cubicBezTo>
                      <a:pt x="879" y="1300"/>
                      <a:pt x="854" y="1325"/>
                      <a:pt x="824" y="1325"/>
                    </a:cubicBezTo>
                    <a:cubicBezTo>
                      <a:pt x="55" y="1325"/>
                      <a:pt x="55" y="1325"/>
                      <a:pt x="55" y="1325"/>
                    </a:cubicBezTo>
                    <a:cubicBezTo>
                      <a:pt x="25" y="1325"/>
                      <a:pt x="0" y="1300"/>
                      <a:pt x="0" y="1270"/>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13"/>
              <p:cNvSpPr/>
              <p:nvPr/>
            </p:nvSpPr>
            <p:spPr>
              <a:xfrm>
                <a:off x="2047101" y="2145599"/>
                <a:ext cx="407553" cy="203528"/>
              </a:xfrm>
              <a:custGeom>
                <a:avLst/>
                <a:gdLst/>
                <a:ahLst/>
                <a:cxnLst/>
                <a:rect l="l" t="t" r="r" b="b"/>
                <a:pathLst>
                  <a:path w="879" h="439" extrusionOk="0">
                    <a:moveTo>
                      <a:pt x="879" y="55"/>
                    </a:moveTo>
                    <a:cubicBezTo>
                      <a:pt x="879" y="439"/>
                      <a:pt x="879" y="439"/>
                      <a:pt x="879" y="439"/>
                    </a:cubicBezTo>
                    <a:cubicBezTo>
                      <a:pt x="0" y="439"/>
                      <a:pt x="0" y="439"/>
                      <a:pt x="0" y="439"/>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13"/>
              <p:cNvSpPr/>
              <p:nvPr/>
            </p:nvSpPr>
            <p:spPr>
              <a:xfrm>
                <a:off x="2080091" y="2234928"/>
                <a:ext cx="341100" cy="864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3"/>
              <p:cNvSpPr/>
              <p:nvPr/>
            </p:nvSpPr>
            <p:spPr>
              <a:xfrm>
                <a:off x="2207483" y="2234928"/>
                <a:ext cx="194894" cy="86283"/>
              </a:xfrm>
              <a:custGeom>
                <a:avLst/>
                <a:gdLst/>
                <a:ahLst/>
                <a:cxnLst/>
                <a:rect l="l" t="t" r="r" b="b"/>
                <a:pathLst>
                  <a:path w="384" h="170" extrusionOk="0">
                    <a:moveTo>
                      <a:pt x="384" y="0"/>
                    </a:moveTo>
                    <a:lnTo>
                      <a:pt x="270" y="170"/>
                    </a:lnTo>
                    <a:lnTo>
                      <a:pt x="0" y="170"/>
                    </a:lnTo>
                    <a:lnTo>
                      <a:pt x="113" y="0"/>
                    </a:lnTo>
                    <a:lnTo>
                      <a:pt x="38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13"/>
              <p:cNvSpPr/>
              <p:nvPr/>
            </p:nvSpPr>
            <p:spPr>
              <a:xfrm>
                <a:off x="2089734" y="2234928"/>
                <a:ext cx="125869" cy="86283"/>
              </a:xfrm>
              <a:custGeom>
                <a:avLst/>
                <a:gdLst/>
                <a:ahLst/>
                <a:cxnLst/>
                <a:rect l="l" t="t" r="r" b="b"/>
                <a:pathLst>
                  <a:path w="248" h="170" extrusionOk="0">
                    <a:moveTo>
                      <a:pt x="248" y="0"/>
                    </a:moveTo>
                    <a:lnTo>
                      <a:pt x="135" y="170"/>
                    </a:lnTo>
                    <a:lnTo>
                      <a:pt x="0" y="170"/>
                    </a:lnTo>
                    <a:lnTo>
                      <a:pt x="113" y="0"/>
                    </a:lnTo>
                    <a:lnTo>
                      <a:pt x="2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13"/>
              <p:cNvSpPr/>
              <p:nvPr/>
            </p:nvSpPr>
            <p:spPr>
              <a:xfrm>
                <a:off x="2080091" y="2420691"/>
                <a:ext cx="72070" cy="49740"/>
              </a:xfrm>
              <a:custGeom>
                <a:avLst/>
                <a:gdLst/>
                <a:ahLst/>
                <a:cxnLst/>
                <a:rect l="l" t="t" r="r" b="b"/>
                <a:pathLst>
                  <a:path w="155" h="107" extrusionOk="0">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13"/>
              <p:cNvSpPr/>
              <p:nvPr/>
            </p:nvSpPr>
            <p:spPr>
              <a:xfrm>
                <a:off x="2169925" y="2420691"/>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13"/>
              <p:cNvSpPr/>
              <p:nvPr/>
            </p:nvSpPr>
            <p:spPr>
              <a:xfrm>
                <a:off x="2259252" y="2420691"/>
                <a:ext cx="72578"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13"/>
              <p:cNvSpPr/>
              <p:nvPr/>
            </p:nvSpPr>
            <p:spPr>
              <a:xfrm>
                <a:off x="2349086" y="2420691"/>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13"/>
              <p:cNvSpPr/>
              <p:nvPr/>
            </p:nvSpPr>
            <p:spPr>
              <a:xfrm>
                <a:off x="2080091" y="2486165"/>
                <a:ext cx="72070" cy="49740"/>
              </a:xfrm>
              <a:custGeom>
                <a:avLst/>
                <a:gdLst/>
                <a:ahLst/>
                <a:cxnLst/>
                <a:rect l="l" t="t" r="r" b="b"/>
                <a:pathLst>
                  <a:path w="155" h="107" extrusionOk="0">
                    <a:moveTo>
                      <a:pt x="131" y="0"/>
                    </a:moveTo>
                    <a:cubicBezTo>
                      <a:pt x="24" y="0"/>
                      <a:pt x="24" y="0"/>
                      <a:pt x="24" y="0"/>
                    </a:cubicBezTo>
                    <a:cubicBezTo>
                      <a:pt x="11" y="0"/>
                      <a:pt x="0" y="11"/>
                      <a:pt x="0" y="25"/>
                    </a:cubicBezTo>
                    <a:cubicBezTo>
                      <a:pt x="0" y="81"/>
                      <a:pt x="0" y="81"/>
                      <a:pt x="0" y="81"/>
                    </a:cubicBezTo>
                    <a:cubicBezTo>
                      <a:pt x="0" y="95"/>
                      <a:pt x="11" y="107"/>
                      <a:pt x="24" y="107"/>
                    </a:cubicBezTo>
                    <a:cubicBezTo>
                      <a:pt x="131" y="107"/>
                      <a:pt x="131" y="107"/>
                      <a:pt x="131" y="107"/>
                    </a:cubicBezTo>
                    <a:cubicBezTo>
                      <a:pt x="145" y="107"/>
                      <a:pt x="155" y="95"/>
                      <a:pt x="155" y="81"/>
                    </a:cubicBezTo>
                    <a:cubicBezTo>
                      <a:pt x="155" y="25"/>
                      <a:pt x="155" y="25"/>
                      <a:pt x="155" y="25"/>
                    </a:cubicBezTo>
                    <a:cubicBezTo>
                      <a:pt x="155"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13"/>
              <p:cNvSpPr/>
              <p:nvPr/>
            </p:nvSpPr>
            <p:spPr>
              <a:xfrm>
                <a:off x="2169925" y="2486165"/>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13"/>
              <p:cNvSpPr/>
              <p:nvPr/>
            </p:nvSpPr>
            <p:spPr>
              <a:xfrm>
                <a:off x="2259252" y="2486165"/>
                <a:ext cx="72578"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13"/>
              <p:cNvSpPr/>
              <p:nvPr/>
            </p:nvSpPr>
            <p:spPr>
              <a:xfrm>
                <a:off x="2349086" y="2486165"/>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 name="Google Shape;278;p13"/>
              <p:cNvSpPr/>
              <p:nvPr/>
            </p:nvSpPr>
            <p:spPr>
              <a:xfrm>
                <a:off x="2080091" y="2551131"/>
                <a:ext cx="72070" cy="49740"/>
              </a:xfrm>
              <a:custGeom>
                <a:avLst/>
                <a:gdLst/>
                <a:ahLst/>
                <a:cxnLst/>
                <a:rect l="l" t="t" r="r" b="b"/>
                <a:pathLst>
                  <a:path w="155" h="107" extrusionOk="0">
                    <a:moveTo>
                      <a:pt x="131" y="0"/>
                    </a:moveTo>
                    <a:cubicBezTo>
                      <a:pt x="24" y="0"/>
                      <a:pt x="24" y="0"/>
                      <a:pt x="24" y="0"/>
                    </a:cubicBezTo>
                    <a:cubicBezTo>
                      <a:pt x="11" y="0"/>
                      <a:pt x="0" y="11"/>
                      <a:pt x="0" y="25"/>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5"/>
                      <a:pt x="155" y="25"/>
                      <a:pt x="155" y="25"/>
                    </a:cubicBezTo>
                    <a:cubicBezTo>
                      <a:pt x="155"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 name="Google Shape;279;p13"/>
              <p:cNvSpPr/>
              <p:nvPr/>
            </p:nvSpPr>
            <p:spPr>
              <a:xfrm>
                <a:off x="2169925" y="2551131"/>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13"/>
              <p:cNvSpPr/>
              <p:nvPr/>
            </p:nvSpPr>
            <p:spPr>
              <a:xfrm>
                <a:off x="2259252" y="2551131"/>
                <a:ext cx="72578"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13"/>
              <p:cNvSpPr/>
              <p:nvPr/>
            </p:nvSpPr>
            <p:spPr>
              <a:xfrm>
                <a:off x="2349086" y="2551131"/>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13"/>
              <p:cNvSpPr/>
              <p:nvPr/>
            </p:nvSpPr>
            <p:spPr>
              <a:xfrm>
                <a:off x="2080091" y="2616098"/>
                <a:ext cx="72070" cy="49740"/>
              </a:xfrm>
              <a:custGeom>
                <a:avLst/>
                <a:gdLst/>
                <a:ahLst/>
                <a:cxnLst/>
                <a:rect l="l" t="t" r="r" b="b"/>
                <a:pathLst>
                  <a:path w="155" h="107" extrusionOk="0">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13"/>
              <p:cNvSpPr/>
              <p:nvPr/>
            </p:nvSpPr>
            <p:spPr>
              <a:xfrm>
                <a:off x="2169925" y="2616098"/>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13"/>
              <p:cNvSpPr/>
              <p:nvPr/>
            </p:nvSpPr>
            <p:spPr>
              <a:xfrm>
                <a:off x="2259252" y="2616098"/>
                <a:ext cx="72578"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13"/>
              <p:cNvSpPr/>
              <p:nvPr/>
            </p:nvSpPr>
            <p:spPr>
              <a:xfrm>
                <a:off x="2080091" y="2681572"/>
                <a:ext cx="72070" cy="49232"/>
              </a:xfrm>
              <a:custGeom>
                <a:avLst/>
                <a:gdLst/>
                <a:ahLst/>
                <a:cxnLst/>
                <a:rect l="l" t="t" r="r" b="b"/>
                <a:pathLst>
                  <a:path w="155" h="106" extrusionOk="0">
                    <a:moveTo>
                      <a:pt x="131" y="0"/>
                    </a:moveTo>
                    <a:cubicBezTo>
                      <a:pt x="24" y="0"/>
                      <a:pt x="24" y="0"/>
                      <a:pt x="24" y="0"/>
                    </a:cubicBezTo>
                    <a:cubicBezTo>
                      <a:pt x="11" y="0"/>
                      <a:pt x="0" y="11"/>
                      <a:pt x="0" y="25"/>
                    </a:cubicBezTo>
                    <a:cubicBezTo>
                      <a:pt x="0" y="81"/>
                      <a:pt x="0" y="81"/>
                      <a:pt x="0" y="81"/>
                    </a:cubicBezTo>
                    <a:cubicBezTo>
                      <a:pt x="0" y="95"/>
                      <a:pt x="11" y="106"/>
                      <a:pt x="24" y="106"/>
                    </a:cubicBezTo>
                    <a:cubicBezTo>
                      <a:pt x="131" y="106"/>
                      <a:pt x="131" y="106"/>
                      <a:pt x="131" y="106"/>
                    </a:cubicBezTo>
                    <a:cubicBezTo>
                      <a:pt x="145" y="106"/>
                      <a:pt x="155" y="95"/>
                      <a:pt x="155" y="81"/>
                    </a:cubicBezTo>
                    <a:cubicBezTo>
                      <a:pt x="155" y="25"/>
                      <a:pt x="155" y="25"/>
                      <a:pt x="155" y="25"/>
                    </a:cubicBezTo>
                    <a:cubicBezTo>
                      <a:pt x="155"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13"/>
              <p:cNvSpPr/>
              <p:nvPr/>
            </p:nvSpPr>
            <p:spPr>
              <a:xfrm>
                <a:off x="2169925" y="2681572"/>
                <a:ext cx="72070" cy="49232"/>
              </a:xfrm>
              <a:custGeom>
                <a:avLst/>
                <a:gdLst/>
                <a:ahLst/>
                <a:cxnLst/>
                <a:rect l="l" t="t" r="r" b="b"/>
                <a:pathLst>
                  <a:path w="156" h="106" extrusionOk="0">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13"/>
              <p:cNvSpPr/>
              <p:nvPr/>
            </p:nvSpPr>
            <p:spPr>
              <a:xfrm>
                <a:off x="2259252" y="2681572"/>
                <a:ext cx="72578" cy="49232"/>
              </a:xfrm>
              <a:custGeom>
                <a:avLst/>
                <a:gdLst/>
                <a:ahLst/>
                <a:cxnLst/>
                <a:rect l="l" t="t" r="r" b="b"/>
                <a:pathLst>
                  <a:path w="156" h="106" extrusionOk="0">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13"/>
              <p:cNvSpPr/>
              <p:nvPr/>
            </p:nvSpPr>
            <p:spPr>
              <a:xfrm>
                <a:off x="2349086" y="2616098"/>
                <a:ext cx="72070" cy="114706"/>
              </a:xfrm>
              <a:custGeom>
                <a:avLst/>
                <a:gdLst/>
                <a:ahLst/>
                <a:cxnLst/>
                <a:rect l="l" t="t" r="r" b="b"/>
                <a:pathLst>
                  <a:path w="156" h="247" extrusionOk="0">
                    <a:moveTo>
                      <a:pt x="156" y="26"/>
                    </a:moveTo>
                    <a:cubicBezTo>
                      <a:pt x="156" y="12"/>
                      <a:pt x="145" y="0"/>
                      <a:pt x="131" y="0"/>
                    </a:cubicBezTo>
                    <a:cubicBezTo>
                      <a:pt x="25" y="0"/>
                      <a:pt x="25" y="0"/>
                      <a:pt x="25" y="0"/>
                    </a:cubicBezTo>
                    <a:cubicBezTo>
                      <a:pt x="11" y="0"/>
                      <a:pt x="0" y="12"/>
                      <a:pt x="0" y="26"/>
                    </a:cubicBezTo>
                    <a:cubicBezTo>
                      <a:pt x="0" y="82"/>
                      <a:pt x="0" y="82"/>
                      <a:pt x="0" y="82"/>
                    </a:cubicBezTo>
                    <a:cubicBezTo>
                      <a:pt x="0" y="83"/>
                      <a:pt x="1" y="84"/>
                      <a:pt x="1" y="84"/>
                    </a:cubicBezTo>
                    <a:cubicBezTo>
                      <a:pt x="1" y="86"/>
                      <a:pt x="0" y="87"/>
                      <a:pt x="0" y="88"/>
                    </a:cubicBezTo>
                    <a:cubicBezTo>
                      <a:pt x="0" y="164"/>
                      <a:pt x="0" y="164"/>
                      <a:pt x="0" y="164"/>
                    </a:cubicBezTo>
                    <a:cubicBezTo>
                      <a:pt x="0" y="165"/>
                      <a:pt x="0" y="165"/>
                      <a:pt x="0" y="165"/>
                    </a:cubicBezTo>
                    <a:cubicBezTo>
                      <a:pt x="0" y="166"/>
                      <a:pt x="0" y="166"/>
                      <a:pt x="0" y="166"/>
                    </a:cubicBezTo>
                    <a:cubicBezTo>
                      <a:pt x="0" y="222"/>
                      <a:pt x="0" y="222"/>
                      <a:pt x="0" y="222"/>
                    </a:cubicBezTo>
                    <a:cubicBezTo>
                      <a:pt x="0" y="236"/>
                      <a:pt x="11" y="247"/>
                      <a:pt x="25" y="247"/>
                    </a:cubicBezTo>
                    <a:cubicBezTo>
                      <a:pt x="131" y="247"/>
                      <a:pt x="131" y="247"/>
                      <a:pt x="131" y="247"/>
                    </a:cubicBezTo>
                    <a:cubicBezTo>
                      <a:pt x="145" y="247"/>
                      <a:pt x="156" y="236"/>
                      <a:pt x="156" y="222"/>
                    </a:cubicBezTo>
                    <a:cubicBezTo>
                      <a:pt x="156" y="166"/>
                      <a:pt x="156" y="166"/>
                      <a:pt x="156" y="166"/>
                    </a:cubicBezTo>
                    <a:cubicBezTo>
                      <a:pt x="156" y="165"/>
                      <a:pt x="156" y="165"/>
                      <a:pt x="156" y="165"/>
                    </a:cubicBezTo>
                    <a:cubicBezTo>
                      <a:pt x="156" y="164"/>
                      <a:pt x="156" y="164"/>
                      <a:pt x="156" y="164"/>
                    </a:cubicBezTo>
                    <a:cubicBezTo>
                      <a:pt x="156" y="88"/>
                      <a:pt x="156" y="88"/>
                      <a:pt x="156" y="88"/>
                    </a:cubicBezTo>
                    <a:cubicBezTo>
                      <a:pt x="156" y="87"/>
                      <a:pt x="156" y="86"/>
                      <a:pt x="156" y="84"/>
                    </a:cubicBezTo>
                    <a:cubicBezTo>
                      <a:pt x="156" y="84"/>
                      <a:pt x="156" y="83"/>
                      <a:pt x="156" y="82"/>
                    </a:cubicBezTo>
                    <a:lnTo>
                      <a:pt x="156" y="2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13"/>
              <p:cNvSpPr/>
              <p:nvPr/>
            </p:nvSpPr>
            <p:spPr>
              <a:xfrm>
                <a:off x="2080091" y="2368413"/>
                <a:ext cx="65473" cy="34513"/>
              </a:xfrm>
              <a:custGeom>
                <a:avLst/>
                <a:gdLst/>
                <a:ahLst/>
                <a:cxnLst/>
                <a:rect l="l" t="t" r="r" b="b"/>
                <a:pathLst>
                  <a:path w="141" h="74" extrusionOk="0">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 name="Google Shape;290;p13"/>
              <p:cNvSpPr/>
              <p:nvPr/>
            </p:nvSpPr>
            <p:spPr>
              <a:xfrm>
                <a:off x="2355684" y="2368413"/>
                <a:ext cx="65473" cy="34513"/>
              </a:xfrm>
              <a:custGeom>
                <a:avLst/>
                <a:gdLst/>
                <a:ahLst/>
                <a:cxnLst/>
                <a:rect l="l" t="t" r="r" b="b"/>
                <a:pathLst>
                  <a:path w="141" h="74" extrusionOk="0">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13"/>
              <p:cNvSpPr/>
              <p:nvPr/>
            </p:nvSpPr>
            <p:spPr>
              <a:xfrm>
                <a:off x="2163327" y="2368413"/>
                <a:ext cx="49231"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13"/>
              <p:cNvSpPr/>
              <p:nvPr/>
            </p:nvSpPr>
            <p:spPr>
              <a:xfrm>
                <a:off x="2226262" y="2368413"/>
                <a:ext cx="49231"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13"/>
              <p:cNvSpPr/>
              <p:nvPr/>
            </p:nvSpPr>
            <p:spPr>
              <a:xfrm>
                <a:off x="2289704" y="2368413"/>
                <a:ext cx="48724"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13"/>
              <p:cNvSpPr/>
              <p:nvPr/>
            </p:nvSpPr>
            <p:spPr>
              <a:xfrm>
                <a:off x="2080091" y="2179097"/>
                <a:ext cx="121302" cy="26900"/>
              </a:xfrm>
              <a:custGeom>
                <a:avLst/>
                <a:gdLst/>
                <a:ahLst/>
                <a:cxnLst/>
                <a:rect l="l" t="t" r="r" b="b"/>
                <a:pathLst>
                  <a:path w="261" h="58" extrusionOk="0">
                    <a:moveTo>
                      <a:pt x="232" y="0"/>
                    </a:moveTo>
                    <a:cubicBezTo>
                      <a:pt x="29" y="0"/>
                      <a:pt x="29" y="0"/>
                      <a:pt x="29" y="0"/>
                    </a:cubicBezTo>
                    <a:cubicBezTo>
                      <a:pt x="13" y="0"/>
                      <a:pt x="0" y="13"/>
                      <a:pt x="0" y="29"/>
                    </a:cubicBezTo>
                    <a:cubicBezTo>
                      <a:pt x="0" y="45"/>
                      <a:pt x="13" y="58"/>
                      <a:pt x="29" y="58"/>
                    </a:cubicBezTo>
                    <a:cubicBezTo>
                      <a:pt x="232" y="58"/>
                      <a:pt x="232" y="58"/>
                      <a:pt x="232" y="58"/>
                    </a:cubicBezTo>
                    <a:cubicBezTo>
                      <a:pt x="248" y="58"/>
                      <a:pt x="261" y="45"/>
                      <a:pt x="261" y="29"/>
                    </a:cubicBezTo>
                    <a:cubicBezTo>
                      <a:pt x="261" y="13"/>
                      <a:pt x="248" y="0"/>
                      <a:pt x="23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95" name="Google Shape;295;p13"/>
          <p:cNvGrpSpPr/>
          <p:nvPr/>
        </p:nvGrpSpPr>
        <p:grpSpPr>
          <a:xfrm>
            <a:off x="161952" y="170375"/>
            <a:ext cx="8831737" cy="3874120"/>
            <a:chOff x="161952" y="170375"/>
            <a:chExt cx="8831737" cy="3874120"/>
          </a:xfrm>
        </p:grpSpPr>
        <p:sp>
          <p:nvSpPr>
            <p:cNvPr id="296" name="Google Shape;296;p13"/>
            <p:cNvSpPr/>
            <p:nvPr/>
          </p:nvSpPr>
          <p:spPr>
            <a:xfrm>
              <a:off x="8667014" y="37220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13"/>
            <p:cNvSpPr/>
            <p:nvPr/>
          </p:nvSpPr>
          <p:spPr>
            <a:xfrm>
              <a:off x="161952" y="775920"/>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3"/>
            <p:cNvSpPr/>
            <p:nvPr/>
          </p:nvSpPr>
          <p:spPr>
            <a:xfrm>
              <a:off x="396450" y="170375"/>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99"/>
        <p:cNvGrpSpPr/>
        <p:nvPr/>
      </p:nvGrpSpPr>
      <p:grpSpPr>
        <a:xfrm>
          <a:off x="0" y="0"/>
          <a:ext cx="0" cy="0"/>
          <a:chOff x="0" y="0"/>
          <a:chExt cx="0" cy="0"/>
        </a:xfrm>
      </p:grpSpPr>
      <p:sp>
        <p:nvSpPr>
          <p:cNvPr id="300" name="Google Shape;300;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1" name="Google Shape;301;p14"/>
          <p:cNvSpPr txBox="1">
            <a:spLocks noGrp="1"/>
          </p:cNvSpPr>
          <p:nvPr>
            <p:ph type="subTitle" idx="1"/>
          </p:nvPr>
        </p:nvSpPr>
        <p:spPr>
          <a:xfrm>
            <a:off x="1524375" y="2060193"/>
            <a:ext cx="2958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2" name="Google Shape;302;p14"/>
          <p:cNvSpPr txBox="1">
            <a:spLocks noGrp="1"/>
          </p:cNvSpPr>
          <p:nvPr>
            <p:ph type="subTitle" idx="2"/>
          </p:nvPr>
        </p:nvSpPr>
        <p:spPr>
          <a:xfrm>
            <a:off x="5419075" y="2060193"/>
            <a:ext cx="2958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 name="Google Shape;303;p14"/>
          <p:cNvSpPr txBox="1">
            <a:spLocks noGrp="1"/>
          </p:cNvSpPr>
          <p:nvPr>
            <p:ph type="subTitle" idx="3"/>
          </p:nvPr>
        </p:nvSpPr>
        <p:spPr>
          <a:xfrm>
            <a:off x="1524375" y="3717175"/>
            <a:ext cx="2958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4" name="Google Shape;304;p14"/>
          <p:cNvSpPr txBox="1">
            <a:spLocks noGrp="1"/>
          </p:cNvSpPr>
          <p:nvPr>
            <p:ph type="subTitle" idx="4"/>
          </p:nvPr>
        </p:nvSpPr>
        <p:spPr>
          <a:xfrm>
            <a:off x="5419075" y="3717175"/>
            <a:ext cx="2958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5" name="Google Shape;305;p14"/>
          <p:cNvSpPr txBox="1">
            <a:spLocks noGrp="1"/>
          </p:cNvSpPr>
          <p:nvPr>
            <p:ph type="title" idx="5" hasCustomPrompt="1"/>
          </p:nvPr>
        </p:nvSpPr>
        <p:spPr>
          <a:xfrm>
            <a:off x="859275" y="1424275"/>
            <a:ext cx="6675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6" name="Google Shape;306;p14"/>
          <p:cNvSpPr txBox="1">
            <a:spLocks noGrp="1"/>
          </p:cNvSpPr>
          <p:nvPr>
            <p:ph type="title" idx="6" hasCustomPrompt="1"/>
          </p:nvPr>
        </p:nvSpPr>
        <p:spPr>
          <a:xfrm>
            <a:off x="859275" y="3080674"/>
            <a:ext cx="6675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7" name="Google Shape;307;p14"/>
          <p:cNvSpPr txBox="1">
            <a:spLocks noGrp="1"/>
          </p:cNvSpPr>
          <p:nvPr>
            <p:ph type="title" idx="7" hasCustomPrompt="1"/>
          </p:nvPr>
        </p:nvSpPr>
        <p:spPr>
          <a:xfrm>
            <a:off x="4753977" y="1424275"/>
            <a:ext cx="6651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8" name="Google Shape;308;p14"/>
          <p:cNvSpPr txBox="1">
            <a:spLocks noGrp="1"/>
          </p:cNvSpPr>
          <p:nvPr>
            <p:ph type="title" idx="8" hasCustomPrompt="1"/>
          </p:nvPr>
        </p:nvSpPr>
        <p:spPr>
          <a:xfrm>
            <a:off x="4753977" y="3080674"/>
            <a:ext cx="6651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9" name="Google Shape;309;p14"/>
          <p:cNvSpPr txBox="1">
            <a:spLocks noGrp="1"/>
          </p:cNvSpPr>
          <p:nvPr>
            <p:ph type="subTitle" idx="9"/>
          </p:nvPr>
        </p:nvSpPr>
        <p:spPr>
          <a:xfrm>
            <a:off x="1524375" y="1426525"/>
            <a:ext cx="2958000" cy="756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sp>
        <p:nvSpPr>
          <p:cNvPr id="310" name="Google Shape;310;p14"/>
          <p:cNvSpPr txBox="1">
            <a:spLocks noGrp="1"/>
          </p:cNvSpPr>
          <p:nvPr>
            <p:ph type="subTitle" idx="13"/>
          </p:nvPr>
        </p:nvSpPr>
        <p:spPr>
          <a:xfrm>
            <a:off x="5419075" y="1426525"/>
            <a:ext cx="2958000" cy="756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sp>
        <p:nvSpPr>
          <p:cNvPr id="311" name="Google Shape;311;p14"/>
          <p:cNvSpPr txBox="1">
            <a:spLocks noGrp="1"/>
          </p:cNvSpPr>
          <p:nvPr>
            <p:ph type="subTitle" idx="14"/>
          </p:nvPr>
        </p:nvSpPr>
        <p:spPr>
          <a:xfrm>
            <a:off x="1524375" y="3082997"/>
            <a:ext cx="2958000" cy="756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sp>
        <p:nvSpPr>
          <p:cNvPr id="312" name="Google Shape;312;p14"/>
          <p:cNvSpPr txBox="1">
            <a:spLocks noGrp="1"/>
          </p:cNvSpPr>
          <p:nvPr>
            <p:ph type="subTitle" idx="15"/>
          </p:nvPr>
        </p:nvSpPr>
        <p:spPr>
          <a:xfrm>
            <a:off x="5419075" y="3082997"/>
            <a:ext cx="2958000" cy="756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a:endParaRPr/>
          </a:p>
        </p:txBody>
      </p:sp>
      <p:grpSp>
        <p:nvGrpSpPr>
          <p:cNvPr id="313" name="Google Shape;313;p14"/>
          <p:cNvGrpSpPr/>
          <p:nvPr/>
        </p:nvGrpSpPr>
        <p:grpSpPr>
          <a:xfrm>
            <a:off x="-1037742" y="-2235586"/>
            <a:ext cx="11304662" cy="8284665"/>
            <a:chOff x="-1037742" y="-2235586"/>
            <a:chExt cx="11304662" cy="8284665"/>
          </a:xfrm>
        </p:grpSpPr>
        <p:sp>
          <p:nvSpPr>
            <p:cNvPr id="314" name="Google Shape;314;p14"/>
            <p:cNvSpPr/>
            <p:nvPr/>
          </p:nvSpPr>
          <p:spPr>
            <a:xfrm rot="-9487761">
              <a:off x="6826194" y="-1745977"/>
              <a:ext cx="3098926" cy="2433851"/>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14"/>
            <p:cNvSpPr/>
            <p:nvPr/>
          </p:nvSpPr>
          <p:spPr>
            <a:xfrm rot="-9880295" flipH="1">
              <a:off x="-833926" y="3939881"/>
              <a:ext cx="2249342" cy="1844701"/>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6" name="Google Shape;316;p14"/>
          <p:cNvGrpSpPr/>
          <p:nvPr/>
        </p:nvGrpSpPr>
        <p:grpSpPr>
          <a:xfrm>
            <a:off x="-49429" y="3983121"/>
            <a:ext cx="1527509" cy="1332112"/>
            <a:chOff x="-49429" y="3983121"/>
            <a:chExt cx="1527509" cy="1332112"/>
          </a:xfrm>
        </p:grpSpPr>
        <p:grpSp>
          <p:nvGrpSpPr>
            <p:cNvPr id="317" name="Google Shape;317;p14"/>
            <p:cNvGrpSpPr/>
            <p:nvPr/>
          </p:nvGrpSpPr>
          <p:grpSpPr>
            <a:xfrm>
              <a:off x="840880" y="4718150"/>
              <a:ext cx="637200" cy="597084"/>
              <a:chOff x="1932280" y="1331475"/>
              <a:chExt cx="637200" cy="597084"/>
            </a:xfrm>
          </p:grpSpPr>
          <p:sp>
            <p:nvSpPr>
              <p:cNvPr id="318" name="Google Shape;318;p14"/>
              <p:cNvSpPr/>
              <p:nvPr/>
            </p:nvSpPr>
            <p:spPr>
              <a:xfrm>
                <a:off x="1932280" y="1393658"/>
                <a:ext cx="637200" cy="53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14"/>
              <p:cNvSpPr/>
              <p:nvPr/>
            </p:nvSpPr>
            <p:spPr>
              <a:xfrm>
                <a:off x="2033687" y="1869127"/>
                <a:ext cx="993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14"/>
              <p:cNvSpPr/>
              <p:nvPr/>
            </p:nvSpPr>
            <p:spPr>
              <a:xfrm>
                <a:off x="1977243" y="1857647"/>
                <a:ext cx="38400" cy="39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14"/>
              <p:cNvSpPr/>
              <p:nvPr/>
            </p:nvSpPr>
            <p:spPr>
              <a:xfrm>
                <a:off x="2432621" y="1869127"/>
                <a:ext cx="1005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14"/>
              <p:cNvSpPr/>
              <p:nvPr/>
            </p:nvSpPr>
            <p:spPr>
              <a:xfrm>
                <a:off x="2377133" y="1857647"/>
                <a:ext cx="39300" cy="393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14"/>
              <p:cNvSpPr/>
              <p:nvPr/>
            </p:nvSpPr>
            <p:spPr>
              <a:xfrm>
                <a:off x="1932280" y="1331475"/>
                <a:ext cx="637146" cy="62184"/>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14"/>
              <p:cNvSpPr/>
              <p:nvPr/>
            </p:nvSpPr>
            <p:spPr>
              <a:xfrm>
                <a:off x="1959067"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14"/>
              <p:cNvSpPr/>
              <p:nvPr/>
            </p:nvSpPr>
            <p:spPr>
              <a:xfrm>
                <a:off x="2003074"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14"/>
              <p:cNvSpPr/>
              <p:nvPr/>
            </p:nvSpPr>
            <p:spPr>
              <a:xfrm>
                <a:off x="2047081" y="1348695"/>
                <a:ext cx="297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14"/>
              <p:cNvSpPr/>
              <p:nvPr/>
            </p:nvSpPr>
            <p:spPr>
              <a:xfrm>
                <a:off x="2045167" y="1431925"/>
                <a:ext cx="411300" cy="4113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14"/>
              <p:cNvSpPr/>
              <p:nvPr/>
            </p:nvSpPr>
            <p:spPr>
              <a:xfrm>
                <a:off x="2115004" y="1502719"/>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14"/>
              <p:cNvSpPr/>
              <p:nvPr/>
            </p:nvSpPr>
            <p:spPr>
              <a:xfrm>
                <a:off x="2093958" y="1495066"/>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0" name="Google Shape;330;p14"/>
            <p:cNvGrpSpPr/>
            <p:nvPr/>
          </p:nvGrpSpPr>
          <p:grpSpPr>
            <a:xfrm>
              <a:off x="-49429" y="3983121"/>
              <a:ext cx="588491" cy="951052"/>
              <a:chOff x="1062996" y="1340396"/>
              <a:chExt cx="588491" cy="951052"/>
            </a:xfrm>
          </p:grpSpPr>
          <p:sp>
            <p:nvSpPr>
              <p:cNvPr id="331" name="Google Shape;331;p14"/>
              <p:cNvSpPr/>
              <p:nvPr/>
            </p:nvSpPr>
            <p:spPr>
              <a:xfrm flipH="1">
                <a:off x="1127696" y="1466525"/>
                <a:ext cx="521965" cy="813973"/>
              </a:xfrm>
              <a:custGeom>
                <a:avLst/>
                <a:gdLst/>
                <a:ahLst/>
                <a:cxnLst/>
                <a:rect l="l" t="t" r="r" b="b"/>
                <a:pathLst>
                  <a:path w="313" h="487" extrusionOk="0">
                    <a:moveTo>
                      <a:pt x="115" y="395"/>
                    </a:moveTo>
                    <a:cubicBezTo>
                      <a:pt x="111" y="399"/>
                      <a:pt x="109" y="403"/>
                      <a:pt x="106" y="406"/>
                    </a:cubicBezTo>
                    <a:cubicBezTo>
                      <a:pt x="79" y="435"/>
                      <a:pt x="34" y="470"/>
                      <a:pt x="11" y="487"/>
                    </a:cubicBezTo>
                    <a:cubicBezTo>
                      <a:pt x="8" y="485"/>
                      <a:pt x="4" y="483"/>
                      <a:pt x="0" y="480"/>
                    </a:cubicBezTo>
                    <a:cubicBezTo>
                      <a:pt x="5" y="452"/>
                      <a:pt x="16" y="396"/>
                      <a:pt x="29" y="359"/>
                    </a:cubicBezTo>
                    <a:cubicBezTo>
                      <a:pt x="31" y="356"/>
                      <a:pt x="32" y="351"/>
                      <a:pt x="35" y="346"/>
                    </a:cubicBezTo>
                    <a:cubicBezTo>
                      <a:pt x="71" y="277"/>
                      <a:pt x="234" y="51"/>
                      <a:pt x="266" y="6"/>
                    </a:cubicBezTo>
                    <a:cubicBezTo>
                      <a:pt x="269" y="2"/>
                      <a:pt x="273" y="0"/>
                      <a:pt x="276" y="2"/>
                    </a:cubicBezTo>
                    <a:cubicBezTo>
                      <a:pt x="310" y="23"/>
                      <a:pt x="310" y="23"/>
                      <a:pt x="310" y="23"/>
                    </a:cubicBezTo>
                    <a:cubicBezTo>
                      <a:pt x="313" y="24"/>
                      <a:pt x="313" y="29"/>
                      <a:pt x="311" y="34"/>
                    </a:cubicBezTo>
                    <a:cubicBezTo>
                      <a:pt x="286" y="82"/>
                      <a:pt x="159" y="331"/>
                      <a:pt x="115" y="39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14"/>
              <p:cNvSpPr/>
              <p:nvPr/>
            </p:nvSpPr>
            <p:spPr>
              <a:xfrm flipH="1">
                <a:off x="1458031" y="2045067"/>
                <a:ext cx="191631" cy="235432"/>
              </a:xfrm>
              <a:custGeom>
                <a:avLst/>
                <a:gdLst/>
                <a:ahLst/>
                <a:cxnLst/>
                <a:rect l="l" t="t" r="r" b="b"/>
                <a:pathLst>
                  <a:path w="115" h="141" extrusionOk="0">
                    <a:moveTo>
                      <a:pt x="115" y="49"/>
                    </a:moveTo>
                    <a:cubicBezTo>
                      <a:pt x="111" y="53"/>
                      <a:pt x="109" y="57"/>
                      <a:pt x="106" y="60"/>
                    </a:cubicBezTo>
                    <a:cubicBezTo>
                      <a:pt x="79" y="89"/>
                      <a:pt x="34" y="124"/>
                      <a:pt x="11" y="141"/>
                    </a:cubicBezTo>
                    <a:cubicBezTo>
                      <a:pt x="8" y="139"/>
                      <a:pt x="4" y="137"/>
                      <a:pt x="0" y="134"/>
                    </a:cubicBezTo>
                    <a:cubicBezTo>
                      <a:pt x="5" y="106"/>
                      <a:pt x="16" y="50"/>
                      <a:pt x="29" y="13"/>
                    </a:cubicBezTo>
                    <a:cubicBezTo>
                      <a:pt x="31" y="10"/>
                      <a:pt x="32" y="5"/>
                      <a:pt x="35" y="0"/>
                    </a:cubicBezTo>
                    <a:lnTo>
                      <a:pt x="115" y="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14"/>
              <p:cNvSpPr/>
              <p:nvPr/>
            </p:nvSpPr>
            <p:spPr>
              <a:xfrm flipH="1">
                <a:off x="1622286" y="2258597"/>
                <a:ext cx="29201" cy="32851"/>
              </a:xfrm>
              <a:custGeom>
                <a:avLst/>
                <a:gdLst/>
                <a:ahLst/>
                <a:cxnLst/>
                <a:rect l="l" t="t" r="r" b="b"/>
                <a:pathLst>
                  <a:path w="18" h="20" extrusionOk="0">
                    <a:moveTo>
                      <a:pt x="2" y="0"/>
                    </a:moveTo>
                    <a:cubicBezTo>
                      <a:pt x="0" y="13"/>
                      <a:pt x="0" y="13"/>
                      <a:pt x="0" y="13"/>
                    </a:cubicBezTo>
                    <a:cubicBezTo>
                      <a:pt x="0" y="17"/>
                      <a:pt x="4" y="20"/>
                      <a:pt x="8" y="17"/>
                    </a:cubicBezTo>
                    <a:cubicBezTo>
                      <a:pt x="18" y="10"/>
                      <a:pt x="18" y="10"/>
                      <a:pt x="18" y="10"/>
                    </a:cubicBezTo>
                    <a:lnTo>
                      <a:pt x="2"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14"/>
              <p:cNvSpPr/>
              <p:nvPr/>
            </p:nvSpPr>
            <p:spPr>
              <a:xfrm flipH="1">
                <a:off x="1062996" y="1340396"/>
                <a:ext cx="98553" cy="107679"/>
              </a:xfrm>
              <a:custGeom>
                <a:avLst/>
                <a:gdLst/>
                <a:ahLst/>
                <a:cxnLst/>
                <a:rect l="l" t="t" r="r" b="b"/>
                <a:pathLst>
                  <a:path w="59" h="64" extrusionOk="0">
                    <a:moveTo>
                      <a:pt x="47" y="5"/>
                    </a:moveTo>
                    <a:cubicBezTo>
                      <a:pt x="47" y="5"/>
                      <a:pt x="47" y="5"/>
                      <a:pt x="47" y="5"/>
                    </a:cubicBezTo>
                    <a:cubicBezTo>
                      <a:pt x="37" y="0"/>
                      <a:pt x="26" y="3"/>
                      <a:pt x="20" y="12"/>
                    </a:cubicBezTo>
                    <a:cubicBezTo>
                      <a:pt x="0" y="44"/>
                      <a:pt x="0" y="44"/>
                      <a:pt x="0" y="44"/>
                    </a:cubicBezTo>
                    <a:cubicBezTo>
                      <a:pt x="33" y="64"/>
                      <a:pt x="33" y="64"/>
                      <a:pt x="33" y="64"/>
                    </a:cubicBezTo>
                    <a:cubicBezTo>
                      <a:pt x="53" y="32"/>
                      <a:pt x="53" y="32"/>
                      <a:pt x="53" y="32"/>
                    </a:cubicBezTo>
                    <a:cubicBezTo>
                      <a:pt x="59" y="23"/>
                      <a:pt x="56" y="11"/>
                      <a:pt x="47" y="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14"/>
              <p:cNvSpPr/>
              <p:nvPr/>
            </p:nvSpPr>
            <p:spPr>
              <a:xfrm flipH="1">
                <a:off x="1071120" y="1472001"/>
                <a:ext cx="155130" cy="366836"/>
              </a:xfrm>
              <a:custGeom>
                <a:avLst/>
                <a:gdLst/>
                <a:ahLst/>
                <a:cxnLst/>
                <a:rect l="l" t="t" r="r" b="b"/>
                <a:pathLst>
                  <a:path w="93" h="220" extrusionOk="0">
                    <a:moveTo>
                      <a:pt x="0" y="216"/>
                    </a:moveTo>
                    <a:cubicBezTo>
                      <a:pt x="76" y="34"/>
                      <a:pt x="76" y="34"/>
                      <a:pt x="76" y="34"/>
                    </a:cubicBezTo>
                    <a:cubicBezTo>
                      <a:pt x="77" y="32"/>
                      <a:pt x="76" y="31"/>
                      <a:pt x="75" y="30"/>
                    </a:cubicBezTo>
                    <a:cubicBezTo>
                      <a:pt x="46" y="12"/>
                      <a:pt x="46" y="12"/>
                      <a:pt x="46" y="12"/>
                    </a:cubicBezTo>
                    <a:cubicBezTo>
                      <a:pt x="54" y="0"/>
                      <a:pt x="54" y="0"/>
                      <a:pt x="54" y="0"/>
                    </a:cubicBezTo>
                    <a:cubicBezTo>
                      <a:pt x="83" y="17"/>
                      <a:pt x="83" y="17"/>
                      <a:pt x="83" y="17"/>
                    </a:cubicBezTo>
                    <a:cubicBezTo>
                      <a:pt x="90" y="22"/>
                      <a:pt x="93" y="31"/>
                      <a:pt x="90" y="40"/>
                    </a:cubicBezTo>
                    <a:cubicBezTo>
                      <a:pt x="90" y="40"/>
                      <a:pt x="29" y="185"/>
                      <a:pt x="22" y="203"/>
                    </a:cubicBezTo>
                    <a:cubicBezTo>
                      <a:pt x="15" y="220"/>
                      <a:pt x="0" y="216"/>
                      <a:pt x="0" y="21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14"/>
              <p:cNvSpPr/>
              <p:nvPr/>
            </p:nvSpPr>
            <p:spPr>
              <a:xfrm flipH="1">
                <a:off x="1089372" y="1408123"/>
                <a:ext cx="142354" cy="118629"/>
              </a:xfrm>
              <a:custGeom>
                <a:avLst/>
                <a:gdLst/>
                <a:ahLst/>
                <a:cxnLst/>
                <a:rect l="l" t="t" r="r" b="b"/>
                <a:pathLst>
                  <a:path w="85" h="71" extrusionOk="0">
                    <a:moveTo>
                      <a:pt x="83" y="39"/>
                    </a:moveTo>
                    <a:cubicBezTo>
                      <a:pt x="21" y="2"/>
                      <a:pt x="21" y="2"/>
                      <a:pt x="21" y="2"/>
                    </a:cubicBezTo>
                    <a:cubicBezTo>
                      <a:pt x="19" y="0"/>
                      <a:pt x="16" y="2"/>
                      <a:pt x="14" y="4"/>
                    </a:cubicBezTo>
                    <a:cubicBezTo>
                      <a:pt x="2" y="25"/>
                      <a:pt x="2" y="25"/>
                      <a:pt x="2" y="25"/>
                    </a:cubicBezTo>
                    <a:cubicBezTo>
                      <a:pt x="0" y="28"/>
                      <a:pt x="0" y="31"/>
                      <a:pt x="2" y="32"/>
                    </a:cubicBezTo>
                    <a:cubicBezTo>
                      <a:pt x="64" y="70"/>
                      <a:pt x="64" y="70"/>
                      <a:pt x="64" y="70"/>
                    </a:cubicBezTo>
                    <a:cubicBezTo>
                      <a:pt x="67" y="71"/>
                      <a:pt x="70" y="70"/>
                      <a:pt x="71" y="67"/>
                    </a:cubicBezTo>
                    <a:cubicBezTo>
                      <a:pt x="84" y="47"/>
                      <a:pt x="84" y="47"/>
                      <a:pt x="84" y="47"/>
                    </a:cubicBezTo>
                    <a:cubicBezTo>
                      <a:pt x="85" y="44"/>
                      <a:pt x="85" y="41"/>
                      <a:pt x="83" y="39"/>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37" name="Google Shape;337;p14"/>
          <p:cNvGrpSpPr/>
          <p:nvPr/>
        </p:nvGrpSpPr>
        <p:grpSpPr>
          <a:xfrm>
            <a:off x="393327" y="100000"/>
            <a:ext cx="8498675" cy="4378045"/>
            <a:chOff x="393327" y="100000"/>
            <a:chExt cx="8498675" cy="4378045"/>
          </a:xfrm>
        </p:grpSpPr>
        <p:sp>
          <p:nvSpPr>
            <p:cNvPr id="338" name="Google Shape;338;p14"/>
            <p:cNvSpPr/>
            <p:nvPr/>
          </p:nvSpPr>
          <p:spPr>
            <a:xfrm>
              <a:off x="393327" y="415564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14"/>
            <p:cNvSpPr/>
            <p:nvPr/>
          </p:nvSpPr>
          <p:spPr>
            <a:xfrm>
              <a:off x="8565327" y="3782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14"/>
            <p:cNvSpPr/>
            <p:nvPr/>
          </p:nvSpPr>
          <p:spPr>
            <a:xfrm>
              <a:off x="8246200" y="100000"/>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396"/>
        <p:cNvGrpSpPr/>
        <p:nvPr/>
      </p:nvGrpSpPr>
      <p:grpSpPr>
        <a:xfrm>
          <a:off x="0" y="0"/>
          <a:ext cx="0" cy="0"/>
          <a:chOff x="0" y="0"/>
          <a:chExt cx="0" cy="0"/>
        </a:xfrm>
      </p:grpSpPr>
      <p:sp>
        <p:nvSpPr>
          <p:cNvPr id="397" name="Google Shape;397;p18"/>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398" name="Google Shape;398;p18"/>
          <p:cNvGrpSpPr/>
          <p:nvPr/>
        </p:nvGrpSpPr>
        <p:grpSpPr>
          <a:xfrm>
            <a:off x="-856733" y="-2184900"/>
            <a:ext cx="11910511" cy="8379762"/>
            <a:chOff x="-856733" y="-2184900"/>
            <a:chExt cx="11910511" cy="8379762"/>
          </a:xfrm>
        </p:grpSpPr>
        <p:sp>
          <p:nvSpPr>
            <p:cNvPr id="399" name="Google Shape;399;p18"/>
            <p:cNvSpPr/>
            <p:nvPr/>
          </p:nvSpPr>
          <p:spPr>
            <a:xfrm rot="-7341459">
              <a:off x="7305126" y="-1367050"/>
              <a:ext cx="3409980" cy="2678150"/>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 name="Google Shape;400;p18"/>
            <p:cNvSpPr/>
            <p:nvPr/>
          </p:nvSpPr>
          <p:spPr>
            <a:xfrm rot="-10245665" flipH="1">
              <a:off x="-723336" y="4183034"/>
              <a:ext cx="2247692" cy="1843349"/>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1" name="Google Shape;401;p18"/>
          <p:cNvGrpSpPr/>
          <p:nvPr/>
        </p:nvGrpSpPr>
        <p:grpSpPr>
          <a:xfrm>
            <a:off x="262777" y="161945"/>
            <a:ext cx="7433887" cy="4873205"/>
            <a:chOff x="262777" y="161945"/>
            <a:chExt cx="7433887" cy="4873205"/>
          </a:xfrm>
        </p:grpSpPr>
        <p:sp>
          <p:nvSpPr>
            <p:cNvPr id="402" name="Google Shape;402;p18"/>
            <p:cNvSpPr/>
            <p:nvPr/>
          </p:nvSpPr>
          <p:spPr>
            <a:xfrm>
              <a:off x="7369989" y="16194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 name="Google Shape;403;p18"/>
            <p:cNvSpPr/>
            <p:nvPr/>
          </p:nvSpPr>
          <p:spPr>
            <a:xfrm>
              <a:off x="262777" y="41400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 name="Google Shape;404;p18"/>
            <p:cNvSpPr/>
            <p:nvPr/>
          </p:nvSpPr>
          <p:spPr>
            <a:xfrm>
              <a:off x="811063" y="4853000"/>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5" name="Google Shape;405;p18"/>
          <p:cNvGrpSpPr/>
          <p:nvPr/>
        </p:nvGrpSpPr>
        <p:grpSpPr>
          <a:xfrm>
            <a:off x="7886574" y="231922"/>
            <a:ext cx="1018096" cy="1211385"/>
            <a:chOff x="7886574" y="231922"/>
            <a:chExt cx="1018096" cy="1211385"/>
          </a:xfrm>
        </p:grpSpPr>
        <p:grpSp>
          <p:nvGrpSpPr>
            <p:cNvPr id="406" name="Google Shape;406;p18"/>
            <p:cNvGrpSpPr/>
            <p:nvPr/>
          </p:nvGrpSpPr>
          <p:grpSpPr>
            <a:xfrm>
              <a:off x="8496964" y="1054809"/>
              <a:ext cx="407706" cy="388498"/>
              <a:chOff x="2884583" y="645291"/>
              <a:chExt cx="285089" cy="271696"/>
            </a:xfrm>
          </p:grpSpPr>
          <p:sp>
            <p:nvSpPr>
              <p:cNvPr id="407" name="Google Shape;407;p18"/>
              <p:cNvSpPr/>
              <p:nvPr/>
            </p:nvSpPr>
            <p:spPr>
              <a:xfrm>
                <a:off x="2905629" y="652944"/>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 name="Google Shape;408;p18"/>
              <p:cNvSpPr/>
              <p:nvPr/>
            </p:nvSpPr>
            <p:spPr>
              <a:xfrm>
                <a:off x="2884583" y="645291"/>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09" name="Google Shape;409;p18"/>
            <p:cNvGrpSpPr/>
            <p:nvPr/>
          </p:nvGrpSpPr>
          <p:grpSpPr>
            <a:xfrm>
              <a:off x="7886574" y="231922"/>
              <a:ext cx="951900" cy="615157"/>
              <a:chOff x="4838012" y="1361547"/>
              <a:chExt cx="951900" cy="615157"/>
            </a:xfrm>
          </p:grpSpPr>
          <p:sp>
            <p:nvSpPr>
              <p:cNvPr id="410" name="Google Shape;410;p18"/>
              <p:cNvSpPr/>
              <p:nvPr/>
            </p:nvSpPr>
            <p:spPr>
              <a:xfrm>
                <a:off x="4838012" y="1419903"/>
                <a:ext cx="951900" cy="5568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18"/>
              <p:cNvSpPr/>
              <p:nvPr/>
            </p:nvSpPr>
            <p:spPr>
              <a:xfrm>
                <a:off x="4838012" y="1361547"/>
                <a:ext cx="951892" cy="58358"/>
              </a:xfrm>
              <a:custGeom>
                <a:avLst/>
                <a:gdLst/>
                <a:ahLst/>
                <a:cxnLst/>
                <a:rect l="l" t="t" r="r" b="b"/>
                <a:pathLst>
                  <a:path w="1089" h="67" extrusionOk="0">
                    <a:moveTo>
                      <a:pt x="1057" y="0"/>
                    </a:moveTo>
                    <a:cubicBezTo>
                      <a:pt x="31" y="0"/>
                      <a:pt x="31" y="0"/>
                      <a:pt x="31" y="0"/>
                    </a:cubicBezTo>
                    <a:cubicBezTo>
                      <a:pt x="14" y="0"/>
                      <a:pt x="0" y="15"/>
                      <a:pt x="0" y="32"/>
                    </a:cubicBezTo>
                    <a:cubicBezTo>
                      <a:pt x="0" y="67"/>
                      <a:pt x="0" y="67"/>
                      <a:pt x="0" y="67"/>
                    </a:cubicBezTo>
                    <a:cubicBezTo>
                      <a:pt x="1089" y="67"/>
                      <a:pt x="1089" y="67"/>
                      <a:pt x="1089" y="67"/>
                    </a:cubicBezTo>
                    <a:cubicBezTo>
                      <a:pt x="1089" y="32"/>
                      <a:pt x="1089" y="32"/>
                      <a:pt x="1089" y="32"/>
                    </a:cubicBezTo>
                    <a:cubicBezTo>
                      <a:pt x="1089" y="15"/>
                      <a:pt x="1074" y="0"/>
                      <a:pt x="1057"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18"/>
              <p:cNvSpPr/>
              <p:nvPr/>
            </p:nvSpPr>
            <p:spPr>
              <a:xfrm>
                <a:off x="4863842" y="1376853"/>
                <a:ext cx="25800" cy="27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 name="Google Shape;413;p18"/>
              <p:cNvSpPr/>
              <p:nvPr/>
            </p:nvSpPr>
            <p:spPr>
              <a:xfrm>
                <a:off x="4904979" y="1376853"/>
                <a:ext cx="25800" cy="27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18"/>
              <p:cNvSpPr/>
              <p:nvPr/>
            </p:nvSpPr>
            <p:spPr>
              <a:xfrm>
                <a:off x="4945159" y="1376853"/>
                <a:ext cx="26700" cy="27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18"/>
              <p:cNvSpPr/>
              <p:nvPr/>
            </p:nvSpPr>
            <p:spPr>
              <a:xfrm>
                <a:off x="4902109" y="1478261"/>
                <a:ext cx="348300" cy="3483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18"/>
              <p:cNvSpPr/>
              <p:nvPr/>
            </p:nvSpPr>
            <p:spPr>
              <a:xfrm>
                <a:off x="4926026" y="1502178"/>
                <a:ext cx="299440" cy="300397"/>
              </a:xfrm>
              <a:custGeom>
                <a:avLst/>
                <a:gdLst/>
                <a:ahLst/>
                <a:cxnLst/>
                <a:rect l="l" t="t" r="r" b="b"/>
                <a:pathLst>
                  <a:path w="342" h="343" extrusionOk="0">
                    <a:moveTo>
                      <a:pt x="209" y="5"/>
                    </a:moveTo>
                    <a:cubicBezTo>
                      <a:pt x="197" y="2"/>
                      <a:pt x="184" y="0"/>
                      <a:pt x="171" y="0"/>
                    </a:cubicBezTo>
                    <a:cubicBezTo>
                      <a:pt x="92" y="0"/>
                      <a:pt x="26" y="54"/>
                      <a:pt x="6" y="126"/>
                    </a:cubicBezTo>
                    <a:cubicBezTo>
                      <a:pt x="6" y="128"/>
                      <a:pt x="5" y="130"/>
                      <a:pt x="5" y="131"/>
                    </a:cubicBezTo>
                    <a:cubicBezTo>
                      <a:pt x="4" y="133"/>
                      <a:pt x="4" y="135"/>
                      <a:pt x="3" y="137"/>
                    </a:cubicBezTo>
                    <a:cubicBezTo>
                      <a:pt x="3" y="137"/>
                      <a:pt x="3" y="137"/>
                      <a:pt x="3" y="137"/>
                    </a:cubicBezTo>
                    <a:cubicBezTo>
                      <a:pt x="3" y="139"/>
                      <a:pt x="3" y="141"/>
                      <a:pt x="2" y="142"/>
                    </a:cubicBezTo>
                    <a:cubicBezTo>
                      <a:pt x="2" y="143"/>
                      <a:pt x="2" y="143"/>
                      <a:pt x="2" y="143"/>
                    </a:cubicBezTo>
                    <a:cubicBezTo>
                      <a:pt x="2" y="145"/>
                      <a:pt x="2" y="147"/>
                      <a:pt x="2" y="148"/>
                    </a:cubicBezTo>
                    <a:cubicBezTo>
                      <a:pt x="1" y="150"/>
                      <a:pt x="1" y="152"/>
                      <a:pt x="1" y="153"/>
                    </a:cubicBezTo>
                    <a:cubicBezTo>
                      <a:pt x="1" y="154"/>
                      <a:pt x="1" y="154"/>
                      <a:pt x="1" y="155"/>
                    </a:cubicBezTo>
                    <a:cubicBezTo>
                      <a:pt x="1" y="157"/>
                      <a:pt x="0" y="158"/>
                      <a:pt x="0" y="160"/>
                    </a:cubicBezTo>
                    <a:cubicBezTo>
                      <a:pt x="0" y="162"/>
                      <a:pt x="0" y="163"/>
                      <a:pt x="0" y="165"/>
                    </a:cubicBezTo>
                    <a:cubicBezTo>
                      <a:pt x="0" y="167"/>
                      <a:pt x="0" y="169"/>
                      <a:pt x="0" y="172"/>
                    </a:cubicBezTo>
                    <a:cubicBezTo>
                      <a:pt x="0" y="266"/>
                      <a:pt x="77" y="343"/>
                      <a:pt x="171" y="343"/>
                    </a:cubicBezTo>
                    <a:cubicBezTo>
                      <a:pt x="266" y="343"/>
                      <a:pt x="342" y="266"/>
                      <a:pt x="342" y="172"/>
                    </a:cubicBezTo>
                    <a:cubicBezTo>
                      <a:pt x="342" y="90"/>
                      <a:pt x="285" y="22"/>
                      <a:pt x="209" y="5"/>
                    </a:cubicBezTo>
                    <a:close/>
                    <a:moveTo>
                      <a:pt x="171" y="300"/>
                    </a:moveTo>
                    <a:cubicBezTo>
                      <a:pt x="100" y="300"/>
                      <a:pt x="43" y="242"/>
                      <a:pt x="43" y="172"/>
                    </a:cubicBezTo>
                    <a:cubicBezTo>
                      <a:pt x="43" y="170"/>
                      <a:pt x="43" y="168"/>
                      <a:pt x="43" y="167"/>
                    </a:cubicBezTo>
                    <a:cubicBezTo>
                      <a:pt x="43" y="165"/>
                      <a:pt x="43" y="164"/>
                      <a:pt x="43" y="162"/>
                    </a:cubicBezTo>
                    <a:cubicBezTo>
                      <a:pt x="44" y="159"/>
                      <a:pt x="44" y="155"/>
                      <a:pt x="45" y="152"/>
                    </a:cubicBezTo>
                    <a:cubicBezTo>
                      <a:pt x="45" y="151"/>
                      <a:pt x="45" y="149"/>
                      <a:pt x="45" y="148"/>
                    </a:cubicBezTo>
                    <a:cubicBezTo>
                      <a:pt x="46" y="147"/>
                      <a:pt x="46" y="146"/>
                      <a:pt x="46" y="144"/>
                    </a:cubicBezTo>
                    <a:cubicBezTo>
                      <a:pt x="46" y="143"/>
                      <a:pt x="47" y="142"/>
                      <a:pt x="47" y="140"/>
                    </a:cubicBezTo>
                    <a:cubicBezTo>
                      <a:pt x="48" y="138"/>
                      <a:pt x="48" y="135"/>
                      <a:pt x="49" y="133"/>
                    </a:cubicBezTo>
                    <a:cubicBezTo>
                      <a:pt x="65" y="81"/>
                      <a:pt x="114" y="44"/>
                      <a:pt x="171" y="44"/>
                    </a:cubicBezTo>
                    <a:cubicBezTo>
                      <a:pt x="180" y="44"/>
                      <a:pt x="188" y="44"/>
                      <a:pt x="196" y="46"/>
                    </a:cubicBezTo>
                    <a:cubicBezTo>
                      <a:pt x="197" y="46"/>
                      <a:pt x="199" y="47"/>
                      <a:pt x="200" y="47"/>
                    </a:cubicBezTo>
                    <a:cubicBezTo>
                      <a:pt x="201" y="47"/>
                      <a:pt x="201" y="47"/>
                      <a:pt x="202" y="47"/>
                    </a:cubicBezTo>
                    <a:cubicBezTo>
                      <a:pt x="203" y="48"/>
                      <a:pt x="205" y="48"/>
                      <a:pt x="206" y="48"/>
                    </a:cubicBezTo>
                    <a:cubicBezTo>
                      <a:pt x="206" y="49"/>
                      <a:pt x="206" y="49"/>
                      <a:pt x="206" y="49"/>
                    </a:cubicBezTo>
                    <a:cubicBezTo>
                      <a:pt x="208" y="49"/>
                      <a:pt x="210" y="50"/>
                      <a:pt x="212" y="50"/>
                    </a:cubicBezTo>
                    <a:cubicBezTo>
                      <a:pt x="212" y="50"/>
                      <a:pt x="212" y="50"/>
                      <a:pt x="212" y="50"/>
                    </a:cubicBezTo>
                    <a:cubicBezTo>
                      <a:pt x="214" y="51"/>
                      <a:pt x="215" y="51"/>
                      <a:pt x="217" y="52"/>
                    </a:cubicBezTo>
                    <a:cubicBezTo>
                      <a:pt x="218" y="53"/>
                      <a:pt x="220" y="53"/>
                      <a:pt x="222" y="54"/>
                    </a:cubicBezTo>
                    <a:cubicBezTo>
                      <a:pt x="224" y="55"/>
                      <a:pt x="225" y="56"/>
                      <a:pt x="227" y="56"/>
                    </a:cubicBezTo>
                    <a:cubicBezTo>
                      <a:pt x="227" y="56"/>
                      <a:pt x="227" y="56"/>
                      <a:pt x="227" y="56"/>
                    </a:cubicBezTo>
                    <a:cubicBezTo>
                      <a:pt x="229" y="57"/>
                      <a:pt x="230" y="58"/>
                      <a:pt x="232" y="59"/>
                    </a:cubicBezTo>
                    <a:cubicBezTo>
                      <a:pt x="232" y="59"/>
                      <a:pt x="232" y="59"/>
                      <a:pt x="232" y="59"/>
                    </a:cubicBezTo>
                    <a:cubicBezTo>
                      <a:pt x="234" y="60"/>
                      <a:pt x="235" y="61"/>
                      <a:pt x="237" y="62"/>
                    </a:cubicBezTo>
                    <a:cubicBezTo>
                      <a:pt x="238" y="63"/>
                      <a:pt x="240" y="64"/>
                      <a:pt x="241" y="65"/>
                    </a:cubicBezTo>
                    <a:cubicBezTo>
                      <a:pt x="243" y="65"/>
                      <a:pt x="244" y="66"/>
                      <a:pt x="245" y="67"/>
                    </a:cubicBezTo>
                    <a:cubicBezTo>
                      <a:pt x="246" y="68"/>
                      <a:pt x="246" y="68"/>
                      <a:pt x="246" y="68"/>
                    </a:cubicBezTo>
                    <a:cubicBezTo>
                      <a:pt x="249" y="70"/>
                      <a:pt x="252" y="72"/>
                      <a:pt x="254" y="74"/>
                    </a:cubicBezTo>
                    <a:cubicBezTo>
                      <a:pt x="256" y="75"/>
                      <a:pt x="257" y="77"/>
                      <a:pt x="258" y="78"/>
                    </a:cubicBezTo>
                    <a:cubicBezTo>
                      <a:pt x="260" y="79"/>
                      <a:pt x="261" y="80"/>
                      <a:pt x="262" y="82"/>
                    </a:cubicBezTo>
                    <a:cubicBezTo>
                      <a:pt x="264" y="83"/>
                      <a:pt x="265" y="84"/>
                      <a:pt x="266" y="86"/>
                    </a:cubicBezTo>
                    <a:cubicBezTo>
                      <a:pt x="267" y="87"/>
                      <a:pt x="269" y="89"/>
                      <a:pt x="270" y="90"/>
                    </a:cubicBezTo>
                    <a:cubicBezTo>
                      <a:pt x="271" y="91"/>
                      <a:pt x="272" y="92"/>
                      <a:pt x="273" y="93"/>
                    </a:cubicBezTo>
                    <a:cubicBezTo>
                      <a:pt x="274" y="95"/>
                      <a:pt x="275" y="97"/>
                      <a:pt x="276" y="99"/>
                    </a:cubicBezTo>
                    <a:cubicBezTo>
                      <a:pt x="277" y="100"/>
                      <a:pt x="278" y="101"/>
                      <a:pt x="279" y="103"/>
                    </a:cubicBezTo>
                    <a:cubicBezTo>
                      <a:pt x="279" y="103"/>
                      <a:pt x="279" y="103"/>
                      <a:pt x="279" y="103"/>
                    </a:cubicBezTo>
                    <a:cubicBezTo>
                      <a:pt x="280" y="104"/>
                      <a:pt x="281" y="106"/>
                      <a:pt x="282" y="107"/>
                    </a:cubicBezTo>
                    <a:cubicBezTo>
                      <a:pt x="282" y="108"/>
                      <a:pt x="282" y="108"/>
                      <a:pt x="282" y="108"/>
                    </a:cubicBezTo>
                    <a:cubicBezTo>
                      <a:pt x="283" y="109"/>
                      <a:pt x="284" y="111"/>
                      <a:pt x="285" y="112"/>
                    </a:cubicBezTo>
                    <a:cubicBezTo>
                      <a:pt x="286" y="114"/>
                      <a:pt x="286" y="116"/>
                      <a:pt x="287" y="117"/>
                    </a:cubicBezTo>
                    <a:cubicBezTo>
                      <a:pt x="288" y="119"/>
                      <a:pt x="289" y="120"/>
                      <a:pt x="289" y="122"/>
                    </a:cubicBezTo>
                    <a:cubicBezTo>
                      <a:pt x="289" y="122"/>
                      <a:pt x="289" y="122"/>
                      <a:pt x="289" y="122"/>
                    </a:cubicBezTo>
                    <a:cubicBezTo>
                      <a:pt x="290" y="124"/>
                      <a:pt x="291" y="126"/>
                      <a:pt x="291" y="127"/>
                    </a:cubicBezTo>
                    <a:cubicBezTo>
                      <a:pt x="292" y="129"/>
                      <a:pt x="293" y="131"/>
                      <a:pt x="293" y="133"/>
                    </a:cubicBezTo>
                    <a:cubicBezTo>
                      <a:pt x="294" y="135"/>
                      <a:pt x="294" y="136"/>
                      <a:pt x="295" y="138"/>
                    </a:cubicBezTo>
                    <a:cubicBezTo>
                      <a:pt x="295" y="139"/>
                      <a:pt x="296" y="141"/>
                      <a:pt x="296" y="142"/>
                    </a:cubicBezTo>
                    <a:cubicBezTo>
                      <a:pt x="296" y="143"/>
                      <a:pt x="296" y="144"/>
                      <a:pt x="296" y="144"/>
                    </a:cubicBezTo>
                    <a:cubicBezTo>
                      <a:pt x="297" y="146"/>
                      <a:pt x="297" y="147"/>
                      <a:pt x="297" y="149"/>
                    </a:cubicBezTo>
                    <a:cubicBezTo>
                      <a:pt x="297" y="149"/>
                      <a:pt x="297" y="149"/>
                      <a:pt x="297" y="149"/>
                    </a:cubicBezTo>
                    <a:cubicBezTo>
                      <a:pt x="298" y="151"/>
                      <a:pt x="298" y="152"/>
                      <a:pt x="298" y="154"/>
                    </a:cubicBezTo>
                    <a:cubicBezTo>
                      <a:pt x="298" y="154"/>
                      <a:pt x="298" y="155"/>
                      <a:pt x="298" y="155"/>
                    </a:cubicBezTo>
                    <a:cubicBezTo>
                      <a:pt x="298" y="157"/>
                      <a:pt x="299" y="158"/>
                      <a:pt x="299" y="160"/>
                    </a:cubicBezTo>
                    <a:cubicBezTo>
                      <a:pt x="299" y="160"/>
                      <a:pt x="299" y="160"/>
                      <a:pt x="299" y="160"/>
                    </a:cubicBezTo>
                    <a:cubicBezTo>
                      <a:pt x="299" y="164"/>
                      <a:pt x="299" y="168"/>
                      <a:pt x="299" y="172"/>
                    </a:cubicBezTo>
                    <a:cubicBezTo>
                      <a:pt x="299" y="242"/>
                      <a:pt x="242" y="300"/>
                      <a:pt x="171" y="30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18"/>
              <p:cNvSpPr/>
              <p:nvPr/>
            </p:nvSpPr>
            <p:spPr>
              <a:xfrm>
                <a:off x="4926026" y="1506961"/>
                <a:ext cx="299440" cy="295613"/>
              </a:xfrm>
              <a:custGeom>
                <a:avLst/>
                <a:gdLst/>
                <a:ahLst/>
                <a:cxnLst/>
                <a:rect l="l" t="t" r="r" b="b"/>
                <a:pathLst>
                  <a:path w="342" h="338" extrusionOk="0">
                    <a:moveTo>
                      <a:pt x="209" y="0"/>
                    </a:moveTo>
                    <a:cubicBezTo>
                      <a:pt x="196" y="41"/>
                      <a:pt x="196" y="41"/>
                      <a:pt x="196" y="41"/>
                    </a:cubicBezTo>
                    <a:cubicBezTo>
                      <a:pt x="197" y="41"/>
                      <a:pt x="199" y="42"/>
                      <a:pt x="200" y="42"/>
                    </a:cubicBezTo>
                    <a:cubicBezTo>
                      <a:pt x="201" y="42"/>
                      <a:pt x="201" y="42"/>
                      <a:pt x="202" y="42"/>
                    </a:cubicBezTo>
                    <a:cubicBezTo>
                      <a:pt x="203" y="43"/>
                      <a:pt x="205" y="43"/>
                      <a:pt x="206" y="43"/>
                    </a:cubicBezTo>
                    <a:cubicBezTo>
                      <a:pt x="206" y="44"/>
                      <a:pt x="206" y="44"/>
                      <a:pt x="206" y="44"/>
                    </a:cubicBezTo>
                    <a:cubicBezTo>
                      <a:pt x="208" y="44"/>
                      <a:pt x="210" y="45"/>
                      <a:pt x="212" y="45"/>
                    </a:cubicBezTo>
                    <a:cubicBezTo>
                      <a:pt x="212" y="45"/>
                      <a:pt x="212" y="45"/>
                      <a:pt x="212" y="45"/>
                    </a:cubicBezTo>
                    <a:cubicBezTo>
                      <a:pt x="214" y="46"/>
                      <a:pt x="215" y="46"/>
                      <a:pt x="217" y="47"/>
                    </a:cubicBezTo>
                    <a:cubicBezTo>
                      <a:pt x="219" y="48"/>
                      <a:pt x="220" y="48"/>
                      <a:pt x="222" y="49"/>
                    </a:cubicBezTo>
                    <a:cubicBezTo>
                      <a:pt x="224" y="50"/>
                      <a:pt x="225" y="51"/>
                      <a:pt x="227" y="51"/>
                    </a:cubicBezTo>
                    <a:cubicBezTo>
                      <a:pt x="227" y="51"/>
                      <a:pt x="227" y="51"/>
                      <a:pt x="227" y="51"/>
                    </a:cubicBezTo>
                    <a:cubicBezTo>
                      <a:pt x="229" y="52"/>
                      <a:pt x="230" y="53"/>
                      <a:pt x="232" y="54"/>
                    </a:cubicBezTo>
                    <a:cubicBezTo>
                      <a:pt x="232" y="54"/>
                      <a:pt x="232" y="54"/>
                      <a:pt x="232" y="54"/>
                    </a:cubicBezTo>
                    <a:cubicBezTo>
                      <a:pt x="234" y="55"/>
                      <a:pt x="235" y="56"/>
                      <a:pt x="237" y="57"/>
                    </a:cubicBezTo>
                    <a:cubicBezTo>
                      <a:pt x="238" y="58"/>
                      <a:pt x="240" y="58"/>
                      <a:pt x="241" y="60"/>
                    </a:cubicBezTo>
                    <a:cubicBezTo>
                      <a:pt x="243" y="60"/>
                      <a:pt x="244" y="61"/>
                      <a:pt x="245" y="62"/>
                    </a:cubicBezTo>
                    <a:cubicBezTo>
                      <a:pt x="246" y="63"/>
                      <a:pt x="246" y="63"/>
                      <a:pt x="246" y="63"/>
                    </a:cubicBezTo>
                    <a:cubicBezTo>
                      <a:pt x="249" y="65"/>
                      <a:pt x="252" y="67"/>
                      <a:pt x="254" y="69"/>
                    </a:cubicBezTo>
                    <a:cubicBezTo>
                      <a:pt x="256" y="70"/>
                      <a:pt x="257" y="72"/>
                      <a:pt x="258" y="73"/>
                    </a:cubicBezTo>
                    <a:cubicBezTo>
                      <a:pt x="260" y="74"/>
                      <a:pt x="261" y="75"/>
                      <a:pt x="262" y="77"/>
                    </a:cubicBezTo>
                    <a:cubicBezTo>
                      <a:pt x="264" y="78"/>
                      <a:pt x="265" y="79"/>
                      <a:pt x="266" y="81"/>
                    </a:cubicBezTo>
                    <a:cubicBezTo>
                      <a:pt x="267" y="82"/>
                      <a:pt x="269" y="84"/>
                      <a:pt x="270" y="85"/>
                    </a:cubicBezTo>
                    <a:cubicBezTo>
                      <a:pt x="271" y="86"/>
                      <a:pt x="272" y="87"/>
                      <a:pt x="273" y="88"/>
                    </a:cubicBezTo>
                    <a:cubicBezTo>
                      <a:pt x="274" y="90"/>
                      <a:pt x="275" y="92"/>
                      <a:pt x="276" y="93"/>
                    </a:cubicBezTo>
                    <a:cubicBezTo>
                      <a:pt x="277" y="95"/>
                      <a:pt x="278" y="96"/>
                      <a:pt x="279" y="98"/>
                    </a:cubicBezTo>
                    <a:cubicBezTo>
                      <a:pt x="279" y="98"/>
                      <a:pt x="279" y="98"/>
                      <a:pt x="279" y="98"/>
                    </a:cubicBezTo>
                    <a:cubicBezTo>
                      <a:pt x="280" y="99"/>
                      <a:pt x="281" y="101"/>
                      <a:pt x="282" y="102"/>
                    </a:cubicBezTo>
                    <a:cubicBezTo>
                      <a:pt x="282" y="103"/>
                      <a:pt x="282" y="103"/>
                      <a:pt x="282" y="103"/>
                    </a:cubicBezTo>
                    <a:cubicBezTo>
                      <a:pt x="283" y="104"/>
                      <a:pt x="284" y="106"/>
                      <a:pt x="285" y="107"/>
                    </a:cubicBezTo>
                    <a:cubicBezTo>
                      <a:pt x="286" y="109"/>
                      <a:pt x="286" y="110"/>
                      <a:pt x="287" y="112"/>
                    </a:cubicBezTo>
                    <a:cubicBezTo>
                      <a:pt x="288" y="114"/>
                      <a:pt x="289" y="115"/>
                      <a:pt x="289" y="117"/>
                    </a:cubicBezTo>
                    <a:cubicBezTo>
                      <a:pt x="289" y="117"/>
                      <a:pt x="289" y="117"/>
                      <a:pt x="289" y="117"/>
                    </a:cubicBezTo>
                    <a:cubicBezTo>
                      <a:pt x="290" y="119"/>
                      <a:pt x="291" y="121"/>
                      <a:pt x="291" y="122"/>
                    </a:cubicBezTo>
                    <a:cubicBezTo>
                      <a:pt x="292" y="124"/>
                      <a:pt x="293" y="126"/>
                      <a:pt x="293" y="128"/>
                    </a:cubicBezTo>
                    <a:cubicBezTo>
                      <a:pt x="294" y="130"/>
                      <a:pt x="294" y="131"/>
                      <a:pt x="295" y="133"/>
                    </a:cubicBezTo>
                    <a:cubicBezTo>
                      <a:pt x="295" y="134"/>
                      <a:pt x="296" y="136"/>
                      <a:pt x="296" y="137"/>
                    </a:cubicBezTo>
                    <a:cubicBezTo>
                      <a:pt x="296" y="138"/>
                      <a:pt x="296" y="139"/>
                      <a:pt x="296" y="139"/>
                    </a:cubicBezTo>
                    <a:cubicBezTo>
                      <a:pt x="297" y="141"/>
                      <a:pt x="297" y="142"/>
                      <a:pt x="297" y="144"/>
                    </a:cubicBezTo>
                    <a:cubicBezTo>
                      <a:pt x="297" y="144"/>
                      <a:pt x="297" y="144"/>
                      <a:pt x="297" y="144"/>
                    </a:cubicBezTo>
                    <a:cubicBezTo>
                      <a:pt x="298" y="146"/>
                      <a:pt x="298" y="147"/>
                      <a:pt x="298" y="149"/>
                    </a:cubicBezTo>
                    <a:cubicBezTo>
                      <a:pt x="298" y="149"/>
                      <a:pt x="298" y="150"/>
                      <a:pt x="298" y="150"/>
                    </a:cubicBezTo>
                    <a:cubicBezTo>
                      <a:pt x="298" y="152"/>
                      <a:pt x="299" y="153"/>
                      <a:pt x="299" y="155"/>
                    </a:cubicBezTo>
                    <a:cubicBezTo>
                      <a:pt x="299" y="155"/>
                      <a:pt x="299" y="155"/>
                      <a:pt x="299" y="155"/>
                    </a:cubicBezTo>
                    <a:cubicBezTo>
                      <a:pt x="299" y="159"/>
                      <a:pt x="299" y="163"/>
                      <a:pt x="299" y="167"/>
                    </a:cubicBezTo>
                    <a:cubicBezTo>
                      <a:pt x="299" y="170"/>
                      <a:pt x="299" y="172"/>
                      <a:pt x="299" y="175"/>
                    </a:cubicBezTo>
                    <a:cubicBezTo>
                      <a:pt x="295" y="242"/>
                      <a:pt x="239" y="295"/>
                      <a:pt x="171" y="295"/>
                    </a:cubicBezTo>
                    <a:cubicBezTo>
                      <a:pt x="100" y="295"/>
                      <a:pt x="43" y="237"/>
                      <a:pt x="43" y="167"/>
                    </a:cubicBezTo>
                    <a:cubicBezTo>
                      <a:pt x="43" y="165"/>
                      <a:pt x="43" y="163"/>
                      <a:pt x="43" y="162"/>
                    </a:cubicBezTo>
                    <a:cubicBezTo>
                      <a:pt x="43" y="160"/>
                      <a:pt x="43" y="159"/>
                      <a:pt x="43" y="157"/>
                    </a:cubicBezTo>
                    <a:cubicBezTo>
                      <a:pt x="44" y="154"/>
                      <a:pt x="44" y="150"/>
                      <a:pt x="45" y="147"/>
                    </a:cubicBezTo>
                    <a:cubicBezTo>
                      <a:pt x="45" y="146"/>
                      <a:pt x="45" y="144"/>
                      <a:pt x="45" y="143"/>
                    </a:cubicBezTo>
                    <a:cubicBezTo>
                      <a:pt x="45" y="142"/>
                      <a:pt x="46" y="140"/>
                      <a:pt x="46" y="139"/>
                    </a:cubicBezTo>
                    <a:cubicBezTo>
                      <a:pt x="46" y="138"/>
                      <a:pt x="47" y="137"/>
                      <a:pt x="47" y="135"/>
                    </a:cubicBezTo>
                    <a:cubicBezTo>
                      <a:pt x="48" y="133"/>
                      <a:pt x="48" y="131"/>
                      <a:pt x="49" y="128"/>
                    </a:cubicBezTo>
                    <a:cubicBezTo>
                      <a:pt x="6" y="121"/>
                      <a:pt x="6" y="121"/>
                      <a:pt x="6" y="121"/>
                    </a:cubicBezTo>
                    <a:cubicBezTo>
                      <a:pt x="6" y="123"/>
                      <a:pt x="5" y="125"/>
                      <a:pt x="5" y="126"/>
                    </a:cubicBezTo>
                    <a:cubicBezTo>
                      <a:pt x="4" y="128"/>
                      <a:pt x="4" y="130"/>
                      <a:pt x="3" y="132"/>
                    </a:cubicBezTo>
                    <a:cubicBezTo>
                      <a:pt x="3" y="132"/>
                      <a:pt x="3" y="132"/>
                      <a:pt x="3" y="132"/>
                    </a:cubicBezTo>
                    <a:cubicBezTo>
                      <a:pt x="3" y="134"/>
                      <a:pt x="3" y="136"/>
                      <a:pt x="2" y="137"/>
                    </a:cubicBezTo>
                    <a:cubicBezTo>
                      <a:pt x="2" y="138"/>
                      <a:pt x="2" y="138"/>
                      <a:pt x="2" y="138"/>
                    </a:cubicBezTo>
                    <a:cubicBezTo>
                      <a:pt x="2" y="140"/>
                      <a:pt x="2" y="142"/>
                      <a:pt x="2" y="143"/>
                    </a:cubicBezTo>
                    <a:cubicBezTo>
                      <a:pt x="1" y="145"/>
                      <a:pt x="1" y="147"/>
                      <a:pt x="1" y="148"/>
                    </a:cubicBezTo>
                    <a:cubicBezTo>
                      <a:pt x="1" y="149"/>
                      <a:pt x="1" y="149"/>
                      <a:pt x="1" y="150"/>
                    </a:cubicBezTo>
                    <a:cubicBezTo>
                      <a:pt x="1" y="151"/>
                      <a:pt x="0" y="153"/>
                      <a:pt x="0" y="155"/>
                    </a:cubicBezTo>
                    <a:cubicBezTo>
                      <a:pt x="0" y="157"/>
                      <a:pt x="0" y="158"/>
                      <a:pt x="0" y="160"/>
                    </a:cubicBezTo>
                    <a:cubicBezTo>
                      <a:pt x="0" y="162"/>
                      <a:pt x="0" y="164"/>
                      <a:pt x="0" y="167"/>
                    </a:cubicBezTo>
                    <a:cubicBezTo>
                      <a:pt x="0" y="261"/>
                      <a:pt x="77" y="338"/>
                      <a:pt x="171" y="338"/>
                    </a:cubicBezTo>
                    <a:cubicBezTo>
                      <a:pt x="263" y="338"/>
                      <a:pt x="338" y="266"/>
                      <a:pt x="342" y="175"/>
                    </a:cubicBezTo>
                    <a:cubicBezTo>
                      <a:pt x="342" y="172"/>
                      <a:pt x="342" y="170"/>
                      <a:pt x="342" y="167"/>
                    </a:cubicBezTo>
                    <a:cubicBezTo>
                      <a:pt x="342" y="85"/>
                      <a:pt x="285" y="17"/>
                      <a:pt x="209"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18"/>
              <p:cNvSpPr/>
              <p:nvPr/>
            </p:nvSpPr>
            <p:spPr>
              <a:xfrm>
                <a:off x="5076224" y="1660030"/>
                <a:ext cx="149241" cy="142545"/>
              </a:xfrm>
              <a:custGeom>
                <a:avLst/>
                <a:gdLst/>
                <a:ahLst/>
                <a:cxnLst/>
                <a:rect l="l" t="t" r="r" b="b"/>
                <a:pathLst>
                  <a:path w="171" h="163" extrusionOk="0">
                    <a:moveTo>
                      <a:pt x="171" y="0"/>
                    </a:moveTo>
                    <a:cubicBezTo>
                      <a:pt x="167" y="91"/>
                      <a:pt x="92" y="163"/>
                      <a:pt x="0" y="163"/>
                    </a:cubicBezTo>
                    <a:cubicBezTo>
                      <a:pt x="0" y="120"/>
                      <a:pt x="0" y="120"/>
                      <a:pt x="0" y="120"/>
                    </a:cubicBezTo>
                    <a:cubicBezTo>
                      <a:pt x="68" y="120"/>
                      <a:pt x="124" y="67"/>
                      <a:pt x="128" y="0"/>
                    </a:cubicBezTo>
                    <a:lnTo>
                      <a:pt x="171"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18"/>
              <p:cNvSpPr/>
              <p:nvPr/>
            </p:nvSpPr>
            <p:spPr>
              <a:xfrm>
                <a:off x="5313479" y="1549055"/>
                <a:ext cx="412500" cy="23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18"/>
              <p:cNvSpPr/>
              <p:nvPr/>
            </p:nvSpPr>
            <p:spPr>
              <a:xfrm>
                <a:off x="5313479" y="1610282"/>
                <a:ext cx="412500" cy="23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18"/>
              <p:cNvSpPr/>
              <p:nvPr/>
            </p:nvSpPr>
            <p:spPr>
              <a:xfrm>
                <a:off x="5313479" y="1671510"/>
                <a:ext cx="323400" cy="23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18"/>
              <p:cNvSpPr/>
              <p:nvPr/>
            </p:nvSpPr>
            <p:spPr>
              <a:xfrm>
                <a:off x="5313479" y="1732737"/>
                <a:ext cx="205800" cy="240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18"/>
              <p:cNvSpPr/>
              <p:nvPr/>
            </p:nvSpPr>
            <p:spPr>
              <a:xfrm>
                <a:off x="4970989" y="1884848"/>
                <a:ext cx="145500" cy="22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18"/>
              <p:cNvSpPr/>
              <p:nvPr/>
            </p:nvSpPr>
            <p:spPr>
              <a:xfrm>
                <a:off x="4889672" y="1867628"/>
                <a:ext cx="57600" cy="57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5" name="Google Shape;425;p18"/>
              <p:cNvSpPr/>
              <p:nvPr/>
            </p:nvSpPr>
            <p:spPr>
              <a:xfrm>
                <a:off x="5257036" y="1884848"/>
                <a:ext cx="145500" cy="22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18"/>
              <p:cNvSpPr/>
              <p:nvPr/>
            </p:nvSpPr>
            <p:spPr>
              <a:xfrm>
                <a:off x="5175718" y="1867628"/>
                <a:ext cx="57600" cy="576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7" name="Google Shape;427;p18"/>
              <p:cNvSpPr/>
              <p:nvPr/>
            </p:nvSpPr>
            <p:spPr>
              <a:xfrm>
                <a:off x="5543081" y="1884848"/>
                <a:ext cx="144600" cy="22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8" name="Google Shape;428;p18"/>
              <p:cNvSpPr/>
              <p:nvPr/>
            </p:nvSpPr>
            <p:spPr>
              <a:xfrm>
                <a:off x="5461764" y="1867628"/>
                <a:ext cx="56400" cy="576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09"/>
        <p:cNvGrpSpPr/>
        <p:nvPr/>
      </p:nvGrpSpPr>
      <p:grpSpPr>
        <a:xfrm>
          <a:off x="0" y="0"/>
          <a:ext cx="0" cy="0"/>
          <a:chOff x="0" y="0"/>
          <a:chExt cx="0" cy="0"/>
        </a:xfrm>
      </p:grpSpPr>
      <p:grpSp>
        <p:nvGrpSpPr>
          <p:cNvPr id="510" name="Google Shape;510;p22"/>
          <p:cNvGrpSpPr/>
          <p:nvPr/>
        </p:nvGrpSpPr>
        <p:grpSpPr>
          <a:xfrm>
            <a:off x="-2106233" y="-952769"/>
            <a:ext cx="12545486" cy="8509944"/>
            <a:chOff x="-2106233" y="-952769"/>
            <a:chExt cx="12545486" cy="8509944"/>
          </a:xfrm>
        </p:grpSpPr>
        <p:sp>
          <p:nvSpPr>
            <p:cNvPr id="511" name="Google Shape;511;p22"/>
            <p:cNvSpPr/>
            <p:nvPr/>
          </p:nvSpPr>
          <p:spPr>
            <a:xfrm rot="7341459" flipH="1">
              <a:off x="-1767562" y="4061175"/>
              <a:ext cx="3409980" cy="2678150"/>
            </a:xfrm>
            <a:custGeom>
              <a:avLst/>
              <a:gdLst/>
              <a:ahLst/>
              <a:cxnLst/>
              <a:rect l="l" t="t" r="r" b="b"/>
              <a:pathLst>
                <a:path w="4074" h="3197" extrusionOk="0">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22"/>
            <p:cNvSpPr/>
            <p:nvPr/>
          </p:nvSpPr>
          <p:spPr>
            <a:xfrm rot="10245665">
              <a:off x="8058163" y="-784291"/>
              <a:ext cx="2247692" cy="1843349"/>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3" name="Google Shape;513;p22"/>
          <p:cNvGrpSpPr/>
          <p:nvPr/>
        </p:nvGrpSpPr>
        <p:grpSpPr>
          <a:xfrm>
            <a:off x="1087005" y="172450"/>
            <a:ext cx="7905012" cy="4753945"/>
            <a:chOff x="1087005" y="172450"/>
            <a:chExt cx="7905012" cy="4753945"/>
          </a:xfrm>
        </p:grpSpPr>
        <p:sp>
          <p:nvSpPr>
            <p:cNvPr id="514" name="Google Shape;514;p22"/>
            <p:cNvSpPr/>
            <p:nvPr/>
          </p:nvSpPr>
          <p:spPr>
            <a:xfrm flipH="1">
              <a:off x="1087005" y="46039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22"/>
            <p:cNvSpPr/>
            <p:nvPr/>
          </p:nvSpPr>
          <p:spPr>
            <a:xfrm flipH="1">
              <a:off x="8665343" y="770495"/>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22"/>
            <p:cNvSpPr/>
            <p:nvPr/>
          </p:nvSpPr>
          <p:spPr>
            <a:xfrm flipH="1">
              <a:off x="8430782" y="172450"/>
              <a:ext cx="184575" cy="18215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7" name="Google Shape;517;p22"/>
          <p:cNvGrpSpPr/>
          <p:nvPr/>
        </p:nvGrpSpPr>
        <p:grpSpPr>
          <a:xfrm>
            <a:off x="-335165" y="3759862"/>
            <a:ext cx="1253120" cy="1142272"/>
            <a:chOff x="-335165" y="3759862"/>
            <a:chExt cx="1253120" cy="1142272"/>
          </a:xfrm>
        </p:grpSpPr>
        <p:grpSp>
          <p:nvGrpSpPr>
            <p:cNvPr id="518" name="Google Shape;518;p22"/>
            <p:cNvGrpSpPr/>
            <p:nvPr/>
          </p:nvGrpSpPr>
          <p:grpSpPr>
            <a:xfrm flipH="1">
              <a:off x="510249" y="4497559"/>
              <a:ext cx="407706" cy="388498"/>
              <a:chOff x="2884583" y="645291"/>
              <a:chExt cx="285089" cy="271696"/>
            </a:xfrm>
          </p:grpSpPr>
          <p:sp>
            <p:nvSpPr>
              <p:cNvPr id="519" name="Google Shape;519;p22"/>
              <p:cNvSpPr/>
              <p:nvPr/>
            </p:nvSpPr>
            <p:spPr>
              <a:xfrm>
                <a:off x="2905629" y="652944"/>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22"/>
              <p:cNvSpPr/>
              <p:nvPr/>
            </p:nvSpPr>
            <p:spPr>
              <a:xfrm>
                <a:off x="2884583" y="645291"/>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1" name="Google Shape;521;p22"/>
            <p:cNvGrpSpPr/>
            <p:nvPr/>
          </p:nvGrpSpPr>
          <p:grpSpPr>
            <a:xfrm>
              <a:off x="-335165" y="3759862"/>
              <a:ext cx="676370" cy="1142272"/>
              <a:chOff x="2757910" y="1240337"/>
              <a:chExt cx="676370" cy="1142272"/>
            </a:xfrm>
          </p:grpSpPr>
          <p:sp>
            <p:nvSpPr>
              <p:cNvPr id="522" name="Google Shape;522;p22"/>
              <p:cNvSpPr/>
              <p:nvPr/>
            </p:nvSpPr>
            <p:spPr>
              <a:xfrm>
                <a:off x="2757910" y="1240337"/>
                <a:ext cx="676370" cy="870576"/>
              </a:xfrm>
              <a:custGeom>
                <a:avLst/>
                <a:gdLst/>
                <a:ahLst/>
                <a:cxnLst/>
                <a:rect l="l" t="t" r="r" b="b"/>
                <a:pathLst>
                  <a:path w="774" h="996" extrusionOk="0">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22"/>
              <p:cNvSpPr/>
              <p:nvPr/>
            </p:nvSpPr>
            <p:spPr>
              <a:xfrm>
                <a:off x="2940636" y="2078385"/>
                <a:ext cx="320487" cy="227689"/>
              </a:xfrm>
              <a:custGeom>
                <a:avLst/>
                <a:gdLst/>
                <a:ahLst/>
                <a:cxnLst/>
                <a:rect l="l" t="t" r="r" b="b"/>
                <a:pathLst>
                  <a:path w="335" h="238" extrusionOk="0">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 name="Google Shape;524;p22"/>
              <p:cNvSpPr/>
              <p:nvPr/>
            </p:nvSpPr>
            <p:spPr>
              <a:xfrm>
                <a:off x="2924372" y="1697628"/>
                <a:ext cx="322400" cy="369276"/>
              </a:xfrm>
              <a:custGeom>
                <a:avLst/>
                <a:gdLst/>
                <a:ahLst/>
                <a:cxnLst/>
                <a:rect l="l" t="t" r="r" b="b"/>
                <a:pathLst>
                  <a:path w="369" h="422" extrusionOk="0">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 name="Google Shape;525;p22"/>
              <p:cNvSpPr/>
              <p:nvPr/>
            </p:nvSpPr>
            <p:spPr>
              <a:xfrm>
                <a:off x="2942549" y="1733025"/>
                <a:ext cx="304223" cy="323357"/>
              </a:xfrm>
              <a:custGeom>
                <a:avLst/>
                <a:gdLst/>
                <a:ahLst/>
                <a:cxnLst/>
                <a:rect l="l" t="t" r="r" b="b"/>
                <a:pathLst>
                  <a:path w="348" h="369" extrusionOk="0">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 name="Google Shape;526;p22"/>
              <p:cNvSpPr/>
              <p:nvPr/>
            </p:nvSpPr>
            <p:spPr>
              <a:xfrm>
                <a:off x="2904282" y="2056382"/>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 name="Google Shape;527;p22"/>
              <p:cNvSpPr/>
              <p:nvPr/>
            </p:nvSpPr>
            <p:spPr>
              <a:xfrm>
                <a:off x="2904282" y="2118566"/>
                <a:ext cx="393194" cy="41137"/>
              </a:xfrm>
              <a:custGeom>
                <a:avLst/>
                <a:gdLst/>
                <a:ahLst/>
                <a:cxnLst/>
                <a:rect l="l" t="t" r="r" b="b"/>
                <a:pathLst>
                  <a:path w="450" h="47" extrusionOk="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22"/>
              <p:cNvSpPr/>
              <p:nvPr/>
            </p:nvSpPr>
            <p:spPr>
              <a:xfrm>
                <a:off x="2904282" y="2181706"/>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22"/>
              <p:cNvSpPr/>
              <p:nvPr/>
            </p:nvSpPr>
            <p:spPr>
              <a:xfrm>
                <a:off x="3026737" y="2306074"/>
                <a:ext cx="148285" cy="76534"/>
              </a:xfrm>
              <a:custGeom>
                <a:avLst/>
                <a:gdLst/>
                <a:ahLst/>
                <a:cxnLst/>
                <a:rect l="l" t="t" r="r" b="b"/>
                <a:pathLst>
                  <a:path w="170" h="87" extrusionOk="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30"/>
        <p:cNvGrpSpPr/>
        <p:nvPr/>
      </p:nvGrpSpPr>
      <p:grpSpPr>
        <a:xfrm>
          <a:off x="0" y="0"/>
          <a:ext cx="0" cy="0"/>
          <a:chOff x="0" y="0"/>
          <a:chExt cx="0" cy="0"/>
        </a:xfrm>
      </p:grpSpPr>
      <p:grpSp>
        <p:nvGrpSpPr>
          <p:cNvPr id="531" name="Google Shape;531;p23"/>
          <p:cNvGrpSpPr/>
          <p:nvPr/>
        </p:nvGrpSpPr>
        <p:grpSpPr>
          <a:xfrm>
            <a:off x="-2000071" y="-3048428"/>
            <a:ext cx="12973783" cy="11115125"/>
            <a:chOff x="-2000071" y="-3048428"/>
            <a:chExt cx="12973783" cy="11115125"/>
          </a:xfrm>
        </p:grpSpPr>
        <p:sp>
          <p:nvSpPr>
            <p:cNvPr id="532" name="Google Shape;532;p23"/>
            <p:cNvSpPr/>
            <p:nvPr/>
          </p:nvSpPr>
          <p:spPr>
            <a:xfrm rot="-8306489">
              <a:off x="-1505843" y="3814578"/>
              <a:ext cx="3381355" cy="2773073"/>
            </a:xfrm>
            <a:custGeom>
              <a:avLst/>
              <a:gdLst/>
              <a:ahLst/>
              <a:cxnLst/>
              <a:rect l="l" t="t" r="r" b="b"/>
              <a:pathLst>
                <a:path w="1640321" h="1345239" extrusionOk="0">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23"/>
            <p:cNvSpPr/>
            <p:nvPr/>
          </p:nvSpPr>
          <p:spPr>
            <a:xfrm rot="-2526298">
              <a:off x="3963480" y="-2324949"/>
              <a:ext cx="3213799" cy="2742785"/>
            </a:xfrm>
            <a:custGeom>
              <a:avLst/>
              <a:gdLst/>
              <a:ahLst/>
              <a:cxnLst/>
              <a:rect l="l" t="t" r="r" b="b"/>
              <a:pathLst>
                <a:path w="1480978" h="1263926" extrusionOk="0">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23"/>
            <p:cNvSpPr/>
            <p:nvPr/>
          </p:nvSpPr>
          <p:spPr>
            <a:xfrm rot="7128936">
              <a:off x="4994086" y="2541069"/>
              <a:ext cx="5631417" cy="4125872"/>
            </a:xfrm>
            <a:custGeom>
              <a:avLst/>
              <a:gdLst/>
              <a:ahLst/>
              <a:cxnLst/>
              <a:rect l="l" t="t" r="r" b="b"/>
              <a:pathLst>
                <a:path w="616186" h="397857" extrusionOk="0">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5" name="Google Shape;535;p23"/>
          <p:cNvGrpSpPr/>
          <p:nvPr/>
        </p:nvGrpSpPr>
        <p:grpSpPr>
          <a:xfrm>
            <a:off x="4039126" y="812484"/>
            <a:ext cx="4161347" cy="3655602"/>
            <a:chOff x="3840701" y="713259"/>
            <a:chExt cx="4161347" cy="3655602"/>
          </a:xfrm>
        </p:grpSpPr>
        <p:grpSp>
          <p:nvGrpSpPr>
            <p:cNvPr id="536" name="Google Shape;536;p23"/>
            <p:cNvGrpSpPr/>
            <p:nvPr/>
          </p:nvGrpSpPr>
          <p:grpSpPr>
            <a:xfrm>
              <a:off x="4501506" y="1401751"/>
              <a:ext cx="2461134" cy="1589525"/>
              <a:chOff x="2436192" y="2730596"/>
              <a:chExt cx="924300" cy="596960"/>
            </a:xfrm>
          </p:grpSpPr>
          <p:sp>
            <p:nvSpPr>
              <p:cNvPr id="537" name="Google Shape;537;p23"/>
              <p:cNvSpPr/>
              <p:nvPr/>
            </p:nvSpPr>
            <p:spPr>
              <a:xfrm>
                <a:off x="2436192" y="2786955"/>
                <a:ext cx="924300" cy="5406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23"/>
              <p:cNvSpPr/>
              <p:nvPr/>
            </p:nvSpPr>
            <p:spPr>
              <a:xfrm>
                <a:off x="2436192" y="2730596"/>
                <a:ext cx="924297" cy="56360"/>
              </a:xfrm>
              <a:custGeom>
                <a:avLst/>
                <a:gdLst/>
                <a:ahLst/>
                <a:cxnLst/>
                <a:rect l="l" t="t" r="r" b="b"/>
                <a:pathLst>
                  <a:path w="2512" h="153" extrusionOk="0">
                    <a:moveTo>
                      <a:pt x="2512" y="73"/>
                    </a:moveTo>
                    <a:cubicBezTo>
                      <a:pt x="2512" y="153"/>
                      <a:pt x="2512" y="153"/>
                      <a:pt x="2512" y="153"/>
                    </a:cubicBezTo>
                    <a:cubicBezTo>
                      <a:pt x="0" y="153"/>
                      <a:pt x="0" y="153"/>
                      <a:pt x="0" y="153"/>
                    </a:cubicBezTo>
                    <a:cubicBezTo>
                      <a:pt x="0" y="73"/>
                      <a:pt x="0" y="73"/>
                      <a:pt x="0" y="73"/>
                    </a:cubicBezTo>
                    <a:cubicBezTo>
                      <a:pt x="0" y="33"/>
                      <a:pt x="32" y="0"/>
                      <a:pt x="72" y="0"/>
                    </a:cubicBezTo>
                    <a:cubicBezTo>
                      <a:pt x="2440" y="0"/>
                      <a:pt x="2440" y="0"/>
                      <a:pt x="2440" y="0"/>
                    </a:cubicBezTo>
                    <a:cubicBezTo>
                      <a:pt x="2480" y="0"/>
                      <a:pt x="2512" y="33"/>
                      <a:pt x="2512" y="7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23"/>
              <p:cNvSpPr/>
              <p:nvPr/>
            </p:nvSpPr>
            <p:spPr>
              <a:xfrm>
                <a:off x="2461152" y="2745893"/>
                <a:ext cx="25800" cy="25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23"/>
              <p:cNvSpPr/>
              <p:nvPr/>
            </p:nvSpPr>
            <p:spPr>
              <a:xfrm>
                <a:off x="2500603" y="2745893"/>
                <a:ext cx="26100" cy="25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23"/>
              <p:cNvSpPr/>
              <p:nvPr/>
            </p:nvSpPr>
            <p:spPr>
              <a:xfrm>
                <a:off x="2540860" y="2745893"/>
                <a:ext cx="25800" cy="25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23"/>
              <p:cNvSpPr/>
              <p:nvPr/>
            </p:nvSpPr>
            <p:spPr>
              <a:xfrm>
                <a:off x="2481682" y="2858210"/>
                <a:ext cx="833700" cy="3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23"/>
              <p:cNvSpPr/>
              <p:nvPr/>
            </p:nvSpPr>
            <p:spPr>
              <a:xfrm>
                <a:off x="2481682" y="2943152"/>
                <a:ext cx="833700" cy="3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 name="Google Shape;544;p23"/>
              <p:cNvSpPr/>
              <p:nvPr/>
            </p:nvSpPr>
            <p:spPr>
              <a:xfrm>
                <a:off x="2481682" y="3028497"/>
                <a:ext cx="833700" cy="2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 name="Google Shape;545;p23"/>
              <p:cNvSpPr/>
              <p:nvPr/>
            </p:nvSpPr>
            <p:spPr>
              <a:xfrm>
                <a:off x="2481682" y="3113439"/>
                <a:ext cx="833700" cy="27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6" name="Google Shape;546;p23"/>
              <p:cNvSpPr/>
              <p:nvPr/>
            </p:nvSpPr>
            <p:spPr>
              <a:xfrm>
                <a:off x="2481682" y="2898467"/>
                <a:ext cx="833718" cy="392507"/>
              </a:xfrm>
              <a:custGeom>
                <a:avLst/>
                <a:gdLst/>
                <a:ahLst/>
                <a:cxnLst/>
                <a:rect l="l" t="t" r="r" b="b"/>
                <a:pathLst>
                  <a:path w="2266" h="1067" extrusionOk="0">
                    <a:moveTo>
                      <a:pt x="0" y="232"/>
                    </a:moveTo>
                    <a:cubicBezTo>
                      <a:pt x="137" y="97"/>
                      <a:pt x="137" y="97"/>
                      <a:pt x="137" y="97"/>
                    </a:cubicBezTo>
                    <a:cubicBezTo>
                      <a:pt x="226" y="9"/>
                      <a:pt x="367" y="0"/>
                      <a:pt x="466" y="76"/>
                    </a:cubicBezTo>
                    <a:cubicBezTo>
                      <a:pt x="852" y="371"/>
                      <a:pt x="852" y="371"/>
                      <a:pt x="852" y="371"/>
                    </a:cubicBezTo>
                    <a:cubicBezTo>
                      <a:pt x="949" y="446"/>
                      <a:pt x="1085" y="440"/>
                      <a:pt x="1174" y="357"/>
                    </a:cubicBezTo>
                    <a:cubicBezTo>
                      <a:pt x="1235" y="302"/>
                      <a:pt x="1235" y="302"/>
                      <a:pt x="1235" y="302"/>
                    </a:cubicBezTo>
                    <a:cubicBezTo>
                      <a:pt x="1308" y="235"/>
                      <a:pt x="1413" y="217"/>
                      <a:pt x="1504" y="256"/>
                    </a:cubicBezTo>
                    <a:cubicBezTo>
                      <a:pt x="2266" y="584"/>
                      <a:pt x="2266" y="584"/>
                      <a:pt x="2266" y="584"/>
                    </a:cubicBezTo>
                    <a:cubicBezTo>
                      <a:pt x="2266" y="1067"/>
                      <a:pt x="2266" y="1067"/>
                      <a:pt x="2266" y="1067"/>
                    </a:cubicBezTo>
                    <a:cubicBezTo>
                      <a:pt x="0" y="1067"/>
                      <a:pt x="0" y="1067"/>
                      <a:pt x="0" y="1067"/>
                    </a:cubicBezTo>
                    <a:lnTo>
                      <a:pt x="0" y="23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 name="Google Shape;547;p23"/>
              <p:cNvSpPr/>
              <p:nvPr/>
            </p:nvSpPr>
            <p:spPr>
              <a:xfrm>
                <a:off x="2481682" y="2914972"/>
                <a:ext cx="833718" cy="376001"/>
              </a:xfrm>
              <a:custGeom>
                <a:avLst/>
                <a:gdLst/>
                <a:ahLst/>
                <a:cxnLst/>
                <a:rect l="l" t="t" r="r" b="b"/>
                <a:pathLst>
                  <a:path w="2266" h="1022" extrusionOk="0">
                    <a:moveTo>
                      <a:pt x="0" y="1022"/>
                    </a:moveTo>
                    <a:cubicBezTo>
                      <a:pt x="371" y="590"/>
                      <a:pt x="371" y="590"/>
                      <a:pt x="371" y="590"/>
                    </a:cubicBezTo>
                    <a:cubicBezTo>
                      <a:pt x="468" y="477"/>
                      <a:pt x="643" y="473"/>
                      <a:pt x="745" y="582"/>
                    </a:cubicBezTo>
                    <a:cubicBezTo>
                      <a:pt x="840" y="683"/>
                      <a:pt x="998" y="688"/>
                      <a:pt x="1100" y="594"/>
                    </a:cubicBezTo>
                    <a:cubicBezTo>
                      <a:pt x="1634" y="99"/>
                      <a:pt x="1634" y="99"/>
                      <a:pt x="1634" y="99"/>
                    </a:cubicBezTo>
                    <a:cubicBezTo>
                      <a:pt x="1741" y="0"/>
                      <a:pt x="1909" y="12"/>
                      <a:pt x="2001" y="125"/>
                    </a:cubicBezTo>
                    <a:cubicBezTo>
                      <a:pt x="2266" y="453"/>
                      <a:pt x="2266" y="453"/>
                      <a:pt x="2266" y="453"/>
                    </a:cubicBezTo>
                    <a:cubicBezTo>
                      <a:pt x="2266" y="1022"/>
                      <a:pt x="2266" y="1022"/>
                      <a:pt x="2266" y="1022"/>
                    </a:cubicBezTo>
                    <a:lnTo>
                      <a:pt x="0" y="102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48" name="Google Shape;548;p23"/>
            <p:cNvGrpSpPr/>
            <p:nvPr/>
          </p:nvGrpSpPr>
          <p:grpSpPr>
            <a:xfrm>
              <a:off x="6621346" y="1957399"/>
              <a:ext cx="1380702" cy="2411461"/>
              <a:chOff x="6502296" y="1615124"/>
              <a:chExt cx="1380702" cy="2411461"/>
            </a:xfrm>
          </p:grpSpPr>
          <p:sp>
            <p:nvSpPr>
              <p:cNvPr id="549" name="Google Shape;549;p23"/>
              <p:cNvSpPr/>
              <p:nvPr/>
            </p:nvSpPr>
            <p:spPr>
              <a:xfrm>
                <a:off x="6990675" y="1711100"/>
                <a:ext cx="396300" cy="486450"/>
              </a:xfrm>
              <a:custGeom>
                <a:avLst/>
                <a:gdLst/>
                <a:ahLst/>
                <a:cxnLst/>
                <a:rect l="l" t="t" r="r" b="b"/>
                <a:pathLst>
                  <a:path w="15852" h="19458" extrusionOk="0">
                    <a:moveTo>
                      <a:pt x="0" y="5579"/>
                    </a:moveTo>
                    <a:lnTo>
                      <a:pt x="1701" y="19458"/>
                    </a:lnTo>
                    <a:lnTo>
                      <a:pt x="15852" y="16941"/>
                    </a:lnTo>
                    <a:lnTo>
                      <a:pt x="12314" y="2177"/>
                    </a:lnTo>
                    <a:lnTo>
                      <a:pt x="5715" y="0"/>
                    </a:lnTo>
                    <a:close/>
                  </a:path>
                </a:pathLst>
              </a:custGeom>
              <a:solidFill>
                <a:schemeClr val="dk1"/>
              </a:solidFill>
              <a:ln>
                <a:noFill/>
              </a:ln>
            </p:spPr>
          </p:sp>
          <p:sp>
            <p:nvSpPr>
              <p:cNvPr id="550" name="Google Shape;550;p23"/>
              <p:cNvSpPr/>
              <p:nvPr/>
            </p:nvSpPr>
            <p:spPr>
              <a:xfrm>
                <a:off x="6934616" y="1685929"/>
                <a:ext cx="451384" cy="297518"/>
              </a:xfrm>
              <a:custGeom>
                <a:avLst/>
                <a:gdLst/>
                <a:ahLst/>
                <a:cxnLst/>
                <a:rect l="l" t="t" r="r" b="b"/>
                <a:pathLst>
                  <a:path w="506" h="334" extrusionOk="0">
                    <a:moveTo>
                      <a:pt x="258" y="0"/>
                    </a:moveTo>
                    <a:cubicBezTo>
                      <a:pt x="376" y="15"/>
                      <a:pt x="376" y="15"/>
                      <a:pt x="376" y="15"/>
                    </a:cubicBezTo>
                    <a:cubicBezTo>
                      <a:pt x="376" y="15"/>
                      <a:pt x="506" y="234"/>
                      <a:pt x="312" y="313"/>
                    </a:cubicBezTo>
                    <a:cubicBezTo>
                      <a:pt x="308" y="321"/>
                      <a:pt x="249" y="334"/>
                      <a:pt x="216" y="329"/>
                    </a:cubicBezTo>
                    <a:cubicBezTo>
                      <a:pt x="0" y="309"/>
                      <a:pt x="65" y="107"/>
                      <a:pt x="92" y="17"/>
                    </a:cubicBezTo>
                    <a:cubicBezTo>
                      <a:pt x="258" y="0"/>
                      <a:pt x="258" y="0"/>
                      <a:pt x="258"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23"/>
              <p:cNvSpPr/>
              <p:nvPr/>
            </p:nvSpPr>
            <p:spPr>
              <a:xfrm>
                <a:off x="6888321" y="2511763"/>
                <a:ext cx="815622" cy="1284027"/>
              </a:xfrm>
              <a:custGeom>
                <a:avLst/>
                <a:gdLst/>
                <a:ahLst/>
                <a:cxnLst/>
                <a:rect l="l" t="t" r="r" b="b"/>
                <a:pathLst>
                  <a:path w="914" h="1439" extrusionOk="0">
                    <a:moveTo>
                      <a:pt x="7" y="256"/>
                    </a:moveTo>
                    <a:cubicBezTo>
                      <a:pt x="8" y="267"/>
                      <a:pt x="10" y="286"/>
                      <a:pt x="14" y="313"/>
                    </a:cubicBezTo>
                    <a:cubicBezTo>
                      <a:pt x="49" y="572"/>
                      <a:pt x="205" y="1439"/>
                      <a:pt x="205" y="1439"/>
                    </a:cubicBezTo>
                    <a:cubicBezTo>
                      <a:pt x="357" y="1439"/>
                      <a:pt x="357" y="1439"/>
                      <a:pt x="357" y="1439"/>
                    </a:cubicBezTo>
                    <a:cubicBezTo>
                      <a:pt x="307" y="363"/>
                      <a:pt x="307" y="363"/>
                      <a:pt x="307" y="363"/>
                    </a:cubicBezTo>
                    <a:cubicBezTo>
                      <a:pt x="304" y="298"/>
                      <a:pt x="304" y="298"/>
                      <a:pt x="304" y="298"/>
                    </a:cubicBezTo>
                    <a:cubicBezTo>
                      <a:pt x="328" y="363"/>
                      <a:pt x="328" y="363"/>
                      <a:pt x="328" y="363"/>
                    </a:cubicBezTo>
                    <a:cubicBezTo>
                      <a:pt x="755" y="1439"/>
                      <a:pt x="755" y="1439"/>
                      <a:pt x="755" y="1439"/>
                    </a:cubicBezTo>
                    <a:cubicBezTo>
                      <a:pt x="914" y="1439"/>
                      <a:pt x="914" y="1439"/>
                      <a:pt x="914" y="1439"/>
                    </a:cubicBezTo>
                    <a:cubicBezTo>
                      <a:pt x="914" y="1439"/>
                      <a:pt x="631" y="394"/>
                      <a:pt x="580" y="208"/>
                    </a:cubicBezTo>
                    <a:cubicBezTo>
                      <a:pt x="577" y="199"/>
                      <a:pt x="575" y="193"/>
                      <a:pt x="574" y="188"/>
                    </a:cubicBezTo>
                    <a:cubicBezTo>
                      <a:pt x="545" y="90"/>
                      <a:pt x="484" y="5"/>
                      <a:pt x="480" y="0"/>
                    </a:cubicBezTo>
                    <a:cubicBezTo>
                      <a:pt x="480" y="0"/>
                      <a:pt x="480" y="0"/>
                      <a:pt x="480" y="0"/>
                    </a:cubicBezTo>
                    <a:cubicBezTo>
                      <a:pt x="88" y="0"/>
                      <a:pt x="88" y="0"/>
                      <a:pt x="88" y="0"/>
                    </a:cubicBezTo>
                    <a:cubicBezTo>
                      <a:pt x="88" y="0"/>
                      <a:pt x="0" y="143"/>
                      <a:pt x="7" y="256"/>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 name="Google Shape;552;p23"/>
              <p:cNvSpPr/>
              <p:nvPr/>
            </p:nvSpPr>
            <p:spPr>
              <a:xfrm>
                <a:off x="6942105" y="1981405"/>
                <a:ext cx="425511" cy="571206"/>
              </a:xfrm>
              <a:custGeom>
                <a:avLst/>
                <a:gdLst/>
                <a:ahLst/>
                <a:cxnLst/>
                <a:rect l="l" t="t" r="r" b="b"/>
                <a:pathLst>
                  <a:path w="477" h="641" extrusionOk="0">
                    <a:moveTo>
                      <a:pt x="0" y="63"/>
                    </a:moveTo>
                    <a:cubicBezTo>
                      <a:pt x="27" y="314"/>
                      <a:pt x="27" y="314"/>
                      <a:pt x="27" y="314"/>
                    </a:cubicBezTo>
                    <a:cubicBezTo>
                      <a:pt x="27" y="314"/>
                      <a:pt x="27" y="314"/>
                      <a:pt x="27" y="314"/>
                    </a:cubicBezTo>
                    <a:cubicBezTo>
                      <a:pt x="27" y="314"/>
                      <a:pt x="27" y="315"/>
                      <a:pt x="27" y="316"/>
                    </a:cubicBezTo>
                    <a:cubicBezTo>
                      <a:pt x="27" y="317"/>
                      <a:pt x="27" y="318"/>
                      <a:pt x="28" y="320"/>
                    </a:cubicBezTo>
                    <a:cubicBezTo>
                      <a:pt x="28" y="327"/>
                      <a:pt x="30" y="341"/>
                      <a:pt x="31" y="353"/>
                    </a:cubicBezTo>
                    <a:cubicBezTo>
                      <a:pt x="32" y="362"/>
                      <a:pt x="32" y="362"/>
                      <a:pt x="32" y="362"/>
                    </a:cubicBezTo>
                    <a:cubicBezTo>
                      <a:pt x="32" y="362"/>
                      <a:pt x="32" y="363"/>
                      <a:pt x="32" y="364"/>
                    </a:cubicBezTo>
                    <a:cubicBezTo>
                      <a:pt x="33" y="369"/>
                      <a:pt x="33" y="369"/>
                      <a:pt x="33" y="369"/>
                    </a:cubicBezTo>
                    <a:cubicBezTo>
                      <a:pt x="33" y="371"/>
                      <a:pt x="33" y="373"/>
                      <a:pt x="34" y="375"/>
                    </a:cubicBezTo>
                    <a:cubicBezTo>
                      <a:pt x="34" y="379"/>
                      <a:pt x="34" y="379"/>
                      <a:pt x="34" y="379"/>
                    </a:cubicBezTo>
                    <a:cubicBezTo>
                      <a:pt x="34" y="380"/>
                      <a:pt x="34" y="380"/>
                      <a:pt x="34" y="380"/>
                    </a:cubicBezTo>
                    <a:cubicBezTo>
                      <a:pt x="35" y="386"/>
                      <a:pt x="41" y="442"/>
                      <a:pt x="41" y="442"/>
                    </a:cubicBezTo>
                    <a:cubicBezTo>
                      <a:pt x="28" y="595"/>
                      <a:pt x="28" y="595"/>
                      <a:pt x="28" y="595"/>
                    </a:cubicBezTo>
                    <a:cubicBezTo>
                      <a:pt x="234" y="641"/>
                      <a:pt x="234" y="641"/>
                      <a:pt x="234" y="641"/>
                    </a:cubicBezTo>
                    <a:cubicBezTo>
                      <a:pt x="420" y="595"/>
                      <a:pt x="420" y="595"/>
                      <a:pt x="420" y="595"/>
                    </a:cubicBezTo>
                    <a:cubicBezTo>
                      <a:pt x="420" y="455"/>
                      <a:pt x="420" y="455"/>
                      <a:pt x="420" y="455"/>
                    </a:cubicBezTo>
                    <a:cubicBezTo>
                      <a:pt x="420" y="451"/>
                      <a:pt x="420" y="451"/>
                      <a:pt x="420" y="451"/>
                    </a:cubicBezTo>
                    <a:cubicBezTo>
                      <a:pt x="421" y="448"/>
                      <a:pt x="421" y="448"/>
                      <a:pt x="421" y="448"/>
                    </a:cubicBezTo>
                    <a:cubicBezTo>
                      <a:pt x="424" y="430"/>
                      <a:pt x="432" y="380"/>
                      <a:pt x="442" y="322"/>
                    </a:cubicBezTo>
                    <a:cubicBezTo>
                      <a:pt x="442" y="322"/>
                      <a:pt x="442" y="322"/>
                      <a:pt x="442" y="322"/>
                    </a:cubicBezTo>
                    <a:cubicBezTo>
                      <a:pt x="458" y="223"/>
                      <a:pt x="477" y="102"/>
                      <a:pt x="477" y="88"/>
                    </a:cubicBezTo>
                    <a:cubicBezTo>
                      <a:pt x="477" y="88"/>
                      <a:pt x="460" y="80"/>
                      <a:pt x="435" y="68"/>
                    </a:cubicBezTo>
                    <a:cubicBezTo>
                      <a:pt x="435" y="68"/>
                      <a:pt x="435" y="68"/>
                      <a:pt x="435" y="68"/>
                    </a:cubicBezTo>
                    <a:cubicBezTo>
                      <a:pt x="434" y="68"/>
                      <a:pt x="434" y="68"/>
                      <a:pt x="434" y="68"/>
                    </a:cubicBezTo>
                    <a:cubicBezTo>
                      <a:pt x="378" y="42"/>
                      <a:pt x="278" y="0"/>
                      <a:pt x="228" y="1"/>
                    </a:cubicBezTo>
                    <a:cubicBezTo>
                      <a:pt x="155" y="4"/>
                      <a:pt x="0" y="63"/>
                      <a:pt x="0" y="63"/>
                    </a:cubicBezTo>
                  </a:path>
                </a:pathLst>
              </a:custGeom>
              <a:solidFill>
                <a:srgbClr val="FFA47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 name="Google Shape;553;p23"/>
              <p:cNvSpPr/>
              <p:nvPr/>
            </p:nvSpPr>
            <p:spPr>
              <a:xfrm>
                <a:off x="7548715" y="3707962"/>
                <a:ext cx="309092" cy="272328"/>
              </a:xfrm>
              <a:custGeom>
                <a:avLst/>
                <a:gdLst/>
                <a:ahLst/>
                <a:cxnLst/>
                <a:rect l="l" t="t" r="r" b="b"/>
                <a:pathLst>
                  <a:path w="347" h="305" extrusionOk="0">
                    <a:moveTo>
                      <a:pt x="156" y="31"/>
                    </a:moveTo>
                    <a:cubicBezTo>
                      <a:pt x="174" y="98"/>
                      <a:pt x="174" y="98"/>
                      <a:pt x="174" y="98"/>
                    </a:cubicBezTo>
                    <a:cubicBezTo>
                      <a:pt x="174" y="98"/>
                      <a:pt x="261" y="198"/>
                      <a:pt x="314" y="230"/>
                    </a:cubicBezTo>
                    <a:cubicBezTo>
                      <a:pt x="347" y="258"/>
                      <a:pt x="335" y="281"/>
                      <a:pt x="328" y="293"/>
                    </a:cubicBezTo>
                    <a:cubicBezTo>
                      <a:pt x="320" y="304"/>
                      <a:pt x="212" y="305"/>
                      <a:pt x="185" y="301"/>
                    </a:cubicBezTo>
                    <a:cubicBezTo>
                      <a:pt x="126" y="293"/>
                      <a:pt x="93" y="218"/>
                      <a:pt x="57" y="211"/>
                    </a:cubicBezTo>
                    <a:cubicBezTo>
                      <a:pt x="21" y="203"/>
                      <a:pt x="0" y="184"/>
                      <a:pt x="15" y="81"/>
                    </a:cubicBezTo>
                    <a:cubicBezTo>
                      <a:pt x="27" y="0"/>
                      <a:pt x="156" y="31"/>
                      <a:pt x="156" y="31"/>
                    </a:cubicBez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 name="Google Shape;554;p23"/>
              <p:cNvSpPr/>
              <p:nvPr/>
            </p:nvSpPr>
            <p:spPr>
              <a:xfrm>
                <a:off x="7550077" y="3796469"/>
                <a:ext cx="332921" cy="230117"/>
              </a:xfrm>
              <a:custGeom>
                <a:avLst/>
                <a:gdLst/>
                <a:ahLst/>
                <a:cxnLst/>
                <a:rect l="l" t="t" r="r" b="b"/>
                <a:pathLst>
                  <a:path w="373" h="258" extrusionOk="0">
                    <a:moveTo>
                      <a:pt x="261" y="82"/>
                    </a:moveTo>
                    <a:cubicBezTo>
                      <a:pt x="261" y="82"/>
                      <a:pt x="296" y="107"/>
                      <a:pt x="326" y="137"/>
                    </a:cubicBezTo>
                    <a:cubicBezTo>
                      <a:pt x="355" y="168"/>
                      <a:pt x="373" y="194"/>
                      <a:pt x="370" y="208"/>
                    </a:cubicBezTo>
                    <a:cubicBezTo>
                      <a:pt x="366" y="221"/>
                      <a:pt x="295" y="258"/>
                      <a:pt x="180" y="213"/>
                    </a:cubicBezTo>
                    <a:cubicBezTo>
                      <a:pt x="122" y="183"/>
                      <a:pt x="6" y="90"/>
                      <a:pt x="3" y="86"/>
                    </a:cubicBezTo>
                    <a:cubicBezTo>
                      <a:pt x="0" y="81"/>
                      <a:pt x="1" y="13"/>
                      <a:pt x="11" y="0"/>
                    </a:cubicBezTo>
                    <a:cubicBezTo>
                      <a:pt x="11" y="0"/>
                      <a:pt x="16" y="31"/>
                      <a:pt x="37" y="44"/>
                    </a:cubicBezTo>
                    <a:cubicBezTo>
                      <a:pt x="59" y="57"/>
                      <a:pt x="149" y="117"/>
                      <a:pt x="149" y="117"/>
                    </a:cubicBezTo>
                    <a:cubicBezTo>
                      <a:pt x="149" y="117"/>
                      <a:pt x="198" y="70"/>
                      <a:pt x="261" y="8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 name="Google Shape;555;p23"/>
              <p:cNvSpPr/>
              <p:nvPr/>
            </p:nvSpPr>
            <p:spPr>
              <a:xfrm>
                <a:off x="6908745" y="3707962"/>
                <a:ext cx="312496" cy="272328"/>
              </a:xfrm>
              <a:custGeom>
                <a:avLst/>
                <a:gdLst/>
                <a:ahLst/>
                <a:cxnLst/>
                <a:rect l="l" t="t" r="r" b="b"/>
                <a:pathLst>
                  <a:path w="350" h="305" extrusionOk="0">
                    <a:moveTo>
                      <a:pt x="193" y="31"/>
                    </a:moveTo>
                    <a:cubicBezTo>
                      <a:pt x="176" y="98"/>
                      <a:pt x="176" y="98"/>
                      <a:pt x="176" y="98"/>
                    </a:cubicBezTo>
                    <a:cubicBezTo>
                      <a:pt x="176" y="98"/>
                      <a:pt x="76" y="205"/>
                      <a:pt x="29" y="233"/>
                    </a:cubicBezTo>
                    <a:cubicBezTo>
                      <a:pt x="0" y="275"/>
                      <a:pt x="21" y="274"/>
                      <a:pt x="28" y="286"/>
                    </a:cubicBezTo>
                    <a:cubicBezTo>
                      <a:pt x="36" y="297"/>
                      <a:pt x="128" y="305"/>
                      <a:pt x="155" y="301"/>
                    </a:cubicBezTo>
                    <a:cubicBezTo>
                      <a:pt x="214" y="292"/>
                      <a:pt x="257" y="218"/>
                      <a:pt x="293" y="211"/>
                    </a:cubicBezTo>
                    <a:cubicBezTo>
                      <a:pt x="329" y="203"/>
                      <a:pt x="350" y="184"/>
                      <a:pt x="335" y="81"/>
                    </a:cubicBezTo>
                    <a:cubicBezTo>
                      <a:pt x="323" y="0"/>
                      <a:pt x="193" y="31"/>
                      <a:pt x="193" y="31"/>
                    </a:cubicBez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 name="Google Shape;556;p23"/>
              <p:cNvSpPr/>
              <p:nvPr/>
            </p:nvSpPr>
            <p:spPr>
              <a:xfrm>
                <a:off x="6886959" y="3796469"/>
                <a:ext cx="332239" cy="230117"/>
              </a:xfrm>
              <a:custGeom>
                <a:avLst/>
                <a:gdLst/>
                <a:ahLst/>
                <a:cxnLst/>
                <a:rect l="l" t="t" r="r" b="b"/>
                <a:pathLst>
                  <a:path w="373" h="258" extrusionOk="0">
                    <a:moveTo>
                      <a:pt x="112" y="82"/>
                    </a:moveTo>
                    <a:cubicBezTo>
                      <a:pt x="112" y="82"/>
                      <a:pt x="77" y="107"/>
                      <a:pt x="47" y="137"/>
                    </a:cubicBezTo>
                    <a:cubicBezTo>
                      <a:pt x="18" y="168"/>
                      <a:pt x="0" y="194"/>
                      <a:pt x="3" y="208"/>
                    </a:cubicBezTo>
                    <a:cubicBezTo>
                      <a:pt x="6" y="221"/>
                      <a:pt x="78" y="258"/>
                      <a:pt x="193" y="213"/>
                    </a:cubicBezTo>
                    <a:cubicBezTo>
                      <a:pt x="250" y="183"/>
                      <a:pt x="367" y="90"/>
                      <a:pt x="370" y="86"/>
                    </a:cubicBezTo>
                    <a:cubicBezTo>
                      <a:pt x="373" y="81"/>
                      <a:pt x="372" y="13"/>
                      <a:pt x="362" y="0"/>
                    </a:cubicBezTo>
                    <a:cubicBezTo>
                      <a:pt x="362" y="0"/>
                      <a:pt x="357" y="31"/>
                      <a:pt x="335" y="44"/>
                    </a:cubicBezTo>
                    <a:cubicBezTo>
                      <a:pt x="314" y="57"/>
                      <a:pt x="224" y="117"/>
                      <a:pt x="224" y="117"/>
                    </a:cubicBezTo>
                    <a:cubicBezTo>
                      <a:pt x="224" y="117"/>
                      <a:pt x="175" y="70"/>
                      <a:pt x="112" y="8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23"/>
              <p:cNvSpPr/>
              <p:nvPr/>
            </p:nvSpPr>
            <p:spPr>
              <a:xfrm>
                <a:off x="7212391" y="2059699"/>
                <a:ext cx="548060" cy="518785"/>
              </a:xfrm>
              <a:custGeom>
                <a:avLst/>
                <a:gdLst/>
                <a:ahLst/>
                <a:cxnLst/>
                <a:rect l="l" t="t" r="r" b="b"/>
                <a:pathLst>
                  <a:path w="615" h="582" extrusionOk="0">
                    <a:moveTo>
                      <a:pt x="0" y="88"/>
                    </a:moveTo>
                    <a:cubicBezTo>
                      <a:pt x="174" y="0"/>
                      <a:pt x="174" y="0"/>
                      <a:pt x="174" y="0"/>
                    </a:cubicBezTo>
                    <a:cubicBezTo>
                      <a:pt x="174" y="0"/>
                      <a:pt x="500" y="310"/>
                      <a:pt x="545" y="352"/>
                    </a:cubicBezTo>
                    <a:cubicBezTo>
                      <a:pt x="603" y="404"/>
                      <a:pt x="615" y="538"/>
                      <a:pt x="510" y="551"/>
                    </a:cubicBezTo>
                    <a:cubicBezTo>
                      <a:pt x="221" y="582"/>
                      <a:pt x="221" y="582"/>
                      <a:pt x="221" y="582"/>
                    </a:cubicBezTo>
                    <a:cubicBezTo>
                      <a:pt x="237" y="399"/>
                      <a:pt x="237" y="399"/>
                      <a:pt x="237" y="399"/>
                    </a:cubicBezTo>
                    <a:cubicBezTo>
                      <a:pt x="48" y="255"/>
                      <a:pt x="48" y="255"/>
                      <a:pt x="48" y="255"/>
                    </a:cubicBezTo>
                    <a:cubicBezTo>
                      <a:pt x="0" y="88"/>
                      <a:pt x="0" y="88"/>
                      <a:pt x="0" y="88"/>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23"/>
              <p:cNvSpPr/>
              <p:nvPr/>
            </p:nvSpPr>
            <p:spPr>
              <a:xfrm>
                <a:off x="7370341" y="2319091"/>
                <a:ext cx="184502" cy="54466"/>
              </a:xfrm>
              <a:custGeom>
                <a:avLst/>
                <a:gdLst/>
                <a:ahLst/>
                <a:cxnLst/>
                <a:rect l="l" t="t" r="r" b="b"/>
                <a:pathLst>
                  <a:path w="271" h="80" extrusionOk="0">
                    <a:moveTo>
                      <a:pt x="0" y="0"/>
                    </a:moveTo>
                    <a:lnTo>
                      <a:pt x="5" y="68"/>
                    </a:lnTo>
                    <a:lnTo>
                      <a:pt x="271" y="80"/>
                    </a:lnTo>
                    <a:lnTo>
                      <a:pt x="0" y="0"/>
                    </a:lnTo>
                    <a:close/>
                  </a:path>
                </a:pathLst>
              </a:custGeom>
              <a:solidFill>
                <a:srgbClr val="334157">
                  <a:alpha val="2911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23"/>
              <p:cNvSpPr/>
              <p:nvPr/>
            </p:nvSpPr>
            <p:spPr>
              <a:xfrm>
                <a:off x="6615312" y="2037232"/>
                <a:ext cx="395556" cy="444575"/>
              </a:xfrm>
              <a:custGeom>
                <a:avLst/>
                <a:gdLst/>
                <a:ahLst/>
                <a:cxnLst/>
                <a:rect l="l" t="t" r="r" b="b"/>
                <a:pathLst>
                  <a:path w="443" h="498" extrusionOk="0">
                    <a:moveTo>
                      <a:pt x="0" y="106"/>
                    </a:moveTo>
                    <a:cubicBezTo>
                      <a:pt x="0" y="106"/>
                      <a:pt x="208" y="496"/>
                      <a:pt x="287" y="497"/>
                    </a:cubicBezTo>
                    <a:cubicBezTo>
                      <a:pt x="365" y="498"/>
                      <a:pt x="443" y="264"/>
                      <a:pt x="443" y="264"/>
                    </a:cubicBezTo>
                    <a:cubicBezTo>
                      <a:pt x="366" y="0"/>
                      <a:pt x="366" y="0"/>
                      <a:pt x="366" y="0"/>
                    </a:cubicBezTo>
                    <a:cubicBezTo>
                      <a:pt x="366" y="0"/>
                      <a:pt x="282" y="287"/>
                      <a:pt x="273" y="291"/>
                    </a:cubicBezTo>
                    <a:cubicBezTo>
                      <a:pt x="47" y="16"/>
                      <a:pt x="47" y="16"/>
                      <a:pt x="47" y="16"/>
                    </a:cubicBezTo>
                    <a:cubicBezTo>
                      <a:pt x="0" y="106"/>
                      <a:pt x="0" y="106"/>
                      <a:pt x="0" y="106"/>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23"/>
              <p:cNvSpPr/>
              <p:nvPr/>
            </p:nvSpPr>
            <p:spPr>
              <a:xfrm>
                <a:off x="6534295" y="2008637"/>
                <a:ext cx="111654" cy="141611"/>
              </a:xfrm>
              <a:custGeom>
                <a:avLst/>
                <a:gdLst/>
                <a:ahLst/>
                <a:cxnLst/>
                <a:rect l="l" t="t" r="r" b="b"/>
                <a:pathLst>
                  <a:path w="125" h="159" extrusionOk="0">
                    <a:moveTo>
                      <a:pt x="110" y="141"/>
                    </a:moveTo>
                    <a:cubicBezTo>
                      <a:pt x="110" y="141"/>
                      <a:pt x="58" y="159"/>
                      <a:pt x="35" y="152"/>
                    </a:cubicBezTo>
                    <a:cubicBezTo>
                      <a:pt x="13" y="144"/>
                      <a:pt x="0" y="127"/>
                      <a:pt x="0" y="127"/>
                    </a:cubicBezTo>
                    <a:cubicBezTo>
                      <a:pt x="45" y="9"/>
                      <a:pt x="45" y="9"/>
                      <a:pt x="45" y="9"/>
                    </a:cubicBezTo>
                    <a:cubicBezTo>
                      <a:pt x="45" y="9"/>
                      <a:pt x="76" y="0"/>
                      <a:pt x="78" y="2"/>
                    </a:cubicBezTo>
                    <a:cubicBezTo>
                      <a:pt x="79" y="4"/>
                      <a:pt x="125" y="84"/>
                      <a:pt x="125" y="84"/>
                    </a:cubicBezTo>
                    <a:cubicBezTo>
                      <a:pt x="110" y="141"/>
                      <a:pt x="110" y="141"/>
                      <a:pt x="110" y="141"/>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23"/>
              <p:cNvSpPr/>
              <p:nvPr/>
            </p:nvSpPr>
            <p:spPr>
              <a:xfrm>
                <a:off x="6565612" y="2143440"/>
                <a:ext cx="33360" cy="2723"/>
              </a:xfrm>
              <a:custGeom>
                <a:avLst/>
                <a:gdLst/>
                <a:ahLst/>
                <a:cxnLst/>
                <a:rect l="l" t="t" r="r" b="b"/>
                <a:pathLst>
                  <a:path w="37" h="3" extrusionOk="0">
                    <a:moveTo>
                      <a:pt x="37" y="0"/>
                    </a:moveTo>
                    <a:cubicBezTo>
                      <a:pt x="29" y="2"/>
                      <a:pt x="21" y="3"/>
                      <a:pt x="13" y="3"/>
                    </a:cubicBezTo>
                    <a:cubicBezTo>
                      <a:pt x="8" y="3"/>
                      <a:pt x="4" y="2"/>
                      <a:pt x="0" y="1"/>
                    </a:cubicBezTo>
                    <a:cubicBezTo>
                      <a:pt x="4" y="2"/>
                      <a:pt x="8" y="3"/>
                      <a:pt x="13" y="3"/>
                    </a:cubicBezTo>
                    <a:cubicBezTo>
                      <a:pt x="21" y="3"/>
                      <a:pt x="29" y="2"/>
                      <a:pt x="37" y="0"/>
                    </a:cubicBezTo>
                    <a:moveTo>
                      <a:pt x="37" y="0"/>
                    </a:moveTo>
                    <a:cubicBezTo>
                      <a:pt x="37" y="0"/>
                      <a:pt x="37" y="0"/>
                      <a:pt x="37" y="0"/>
                    </a:cubicBezTo>
                    <a:cubicBezTo>
                      <a:pt x="37" y="0"/>
                      <a:pt x="37" y="0"/>
                      <a:pt x="37" y="0"/>
                    </a:cubicBezTo>
                  </a:path>
                </a:pathLst>
              </a:custGeom>
              <a:solidFill>
                <a:srgbClr val="FFD1B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 name="Google Shape;562;p23"/>
              <p:cNvSpPr/>
              <p:nvPr/>
            </p:nvSpPr>
            <p:spPr>
              <a:xfrm>
                <a:off x="6539060" y="2073996"/>
                <a:ext cx="99400" cy="72167"/>
              </a:xfrm>
              <a:custGeom>
                <a:avLst/>
                <a:gdLst/>
                <a:ahLst/>
                <a:cxnLst/>
                <a:rect l="l" t="t" r="r" b="b"/>
                <a:pathLst>
                  <a:path w="112" h="81" extrusionOk="0">
                    <a:moveTo>
                      <a:pt x="71" y="1"/>
                    </a:moveTo>
                    <a:cubicBezTo>
                      <a:pt x="72" y="2"/>
                      <a:pt x="72" y="2"/>
                      <a:pt x="72" y="2"/>
                    </a:cubicBezTo>
                    <a:cubicBezTo>
                      <a:pt x="74" y="4"/>
                      <a:pt x="75" y="6"/>
                      <a:pt x="77" y="7"/>
                    </a:cubicBezTo>
                    <a:cubicBezTo>
                      <a:pt x="75" y="5"/>
                      <a:pt x="73" y="3"/>
                      <a:pt x="71" y="1"/>
                    </a:cubicBezTo>
                    <a:moveTo>
                      <a:pt x="68" y="0"/>
                    </a:moveTo>
                    <a:cubicBezTo>
                      <a:pt x="68" y="0"/>
                      <a:pt x="68" y="0"/>
                      <a:pt x="68" y="1"/>
                    </a:cubicBezTo>
                    <a:cubicBezTo>
                      <a:pt x="66" y="19"/>
                      <a:pt x="66" y="19"/>
                      <a:pt x="66" y="19"/>
                    </a:cubicBezTo>
                    <a:cubicBezTo>
                      <a:pt x="66" y="20"/>
                      <a:pt x="66" y="21"/>
                      <a:pt x="65" y="23"/>
                    </a:cubicBezTo>
                    <a:cubicBezTo>
                      <a:pt x="65" y="23"/>
                      <a:pt x="65" y="23"/>
                      <a:pt x="65" y="23"/>
                    </a:cubicBezTo>
                    <a:cubicBezTo>
                      <a:pt x="62" y="52"/>
                      <a:pt x="62" y="52"/>
                      <a:pt x="62" y="52"/>
                    </a:cubicBezTo>
                    <a:cubicBezTo>
                      <a:pt x="61" y="60"/>
                      <a:pt x="54" y="66"/>
                      <a:pt x="47" y="66"/>
                    </a:cubicBezTo>
                    <a:cubicBezTo>
                      <a:pt x="46" y="66"/>
                      <a:pt x="46" y="66"/>
                      <a:pt x="45" y="66"/>
                    </a:cubicBezTo>
                    <a:cubicBezTo>
                      <a:pt x="38" y="65"/>
                      <a:pt x="38" y="65"/>
                      <a:pt x="38" y="65"/>
                    </a:cubicBezTo>
                    <a:cubicBezTo>
                      <a:pt x="24" y="63"/>
                      <a:pt x="24" y="63"/>
                      <a:pt x="24" y="63"/>
                    </a:cubicBezTo>
                    <a:cubicBezTo>
                      <a:pt x="21" y="63"/>
                      <a:pt x="18" y="62"/>
                      <a:pt x="16" y="60"/>
                    </a:cubicBezTo>
                    <a:cubicBezTo>
                      <a:pt x="15" y="60"/>
                      <a:pt x="15" y="60"/>
                      <a:pt x="14" y="60"/>
                    </a:cubicBezTo>
                    <a:cubicBezTo>
                      <a:pt x="9" y="60"/>
                      <a:pt x="5" y="60"/>
                      <a:pt x="0" y="59"/>
                    </a:cubicBezTo>
                    <a:cubicBezTo>
                      <a:pt x="6" y="65"/>
                      <a:pt x="16" y="74"/>
                      <a:pt x="30" y="79"/>
                    </a:cubicBezTo>
                    <a:cubicBezTo>
                      <a:pt x="30" y="79"/>
                      <a:pt x="30" y="79"/>
                      <a:pt x="30" y="79"/>
                    </a:cubicBezTo>
                    <a:cubicBezTo>
                      <a:pt x="34" y="80"/>
                      <a:pt x="38" y="81"/>
                      <a:pt x="43" y="81"/>
                    </a:cubicBezTo>
                    <a:cubicBezTo>
                      <a:pt x="51" y="81"/>
                      <a:pt x="59" y="80"/>
                      <a:pt x="67" y="78"/>
                    </a:cubicBezTo>
                    <a:cubicBezTo>
                      <a:pt x="67" y="78"/>
                      <a:pt x="67" y="78"/>
                      <a:pt x="67" y="78"/>
                    </a:cubicBezTo>
                    <a:cubicBezTo>
                      <a:pt x="67" y="78"/>
                      <a:pt x="67" y="78"/>
                      <a:pt x="67" y="78"/>
                    </a:cubicBezTo>
                    <a:cubicBezTo>
                      <a:pt x="76" y="76"/>
                      <a:pt x="84" y="74"/>
                      <a:pt x="91" y="72"/>
                    </a:cubicBezTo>
                    <a:cubicBezTo>
                      <a:pt x="112" y="49"/>
                      <a:pt x="109" y="22"/>
                      <a:pt x="109" y="22"/>
                    </a:cubicBezTo>
                    <a:cubicBezTo>
                      <a:pt x="109" y="22"/>
                      <a:pt x="109" y="22"/>
                      <a:pt x="109" y="22"/>
                    </a:cubicBezTo>
                    <a:cubicBezTo>
                      <a:pt x="99" y="20"/>
                      <a:pt x="92" y="17"/>
                      <a:pt x="86" y="13"/>
                    </a:cubicBezTo>
                    <a:cubicBezTo>
                      <a:pt x="86" y="13"/>
                      <a:pt x="86" y="13"/>
                      <a:pt x="86" y="13"/>
                    </a:cubicBezTo>
                    <a:cubicBezTo>
                      <a:pt x="80" y="11"/>
                      <a:pt x="75" y="8"/>
                      <a:pt x="71" y="4"/>
                    </a:cubicBezTo>
                    <a:cubicBezTo>
                      <a:pt x="70" y="2"/>
                      <a:pt x="69" y="1"/>
                      <a:pt x="6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23"/>
              <p:cNvSpPr/>
              <p:nvPr/>
            </p:nvSpPr>
            <p:spPr>
              <a:xfrm>
                <a:off x="6586037" y="1939875"/>
                <a:ext cx="5447" cy="49019"/>
              </a:xfrm>
              <a:custGeom>
                <a:avLst/>
                <a:gdLst/>
                <a:ahLst/>
                <a:cxnLst/>
                <a:rect l="l" t="t" r="r" b="b"/>
                <a:pathLst>
                  <a:path w="8" h="72" extrusionOk="0">
                    <a:moveTo>
                      <a:pt x="8" y="0"/>
                    </a:moveTo>
                    <a:lnTo>
                      <a:pt x="0" y="72"/>
                    </a:lnTo>
                    <a:lnTo>
                      <a:pt x="8"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cxnSp>
            <p:nvCxnSpPr>
              <p:cNvPr id="564" name="Google Shape;564;p23"/>
              <p:cNvCxnSpPr/>
              <p:nvPr/>
            </p:nvCxnSpPr>
            <p:spPr>
              <a:xfrm flipH="1">
                <a:off x="6586084" y="1939875"/>
                <a:ext cx="5400" cy="48900"/>
              </a:xfrm>
              <a:prstGeom prst="straightConnector1">
                <a:avLst/>
              </a:prstGeom>
              <a:noFill/>
              <a:ln>
                <a:noFill/>
              </a:ln>
            </p:spPr>
          </p:cxnSp>
          <p:sp>
            <p:nvSpPr>
              <p:cNvPr id="565" name="Google Shape;565;p23"/>
              <p:cNvSpPr/>
              <p:nvPr/>
            </p:nvSpPr>
            <p:spPr>
              <a:xfrm>
                <a:off x="6576506" y="1939194"/>
                <a:ext cx="24510" cy="51742"/>
              </a:xfrm>
              <a:custGeom>
                <a:avLst/>
                <a:gdLst/>
                <a:ahLst/>
                <a:cxnLst/>
                <a:rect l="l" t="t" r="r" b="b"/>
                <a:pathLst>
                  <a:path w="36" h="76" extrusionOk="0">
                    <a:moveTo>
                      <a:pt x="27" y="76"/>
                    </a:moveTo>
                    <a:lnTo>
                      <a:pt x="0" y="72"/>
                    </a:lnTo>
                    <a:lnTo>
                      <a:pt x="9" y="0"/>
                    </a:lnTo>
                    <a:lnTo>
                      <a:pt x="36" y="3"/>
                    </a:lnTo>
                    <a:lnTo>
                      <a:pt x="27" y="76"/>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23"/>
              <p:cNvSpPr/>
              <p:nvPr/>
            </p:nvSpPr>
            <p:spPr>
              <a:xfrm>
                <a:off x="6547911" y="1973235"/>
                <a:ext cx="61274" cy="160673"/>
              </a:xfrm>
              <a:custGeom>
                <a:avLst/>
                <a:gdLst/>
                <a:ahLst/>
                <a:cxnLst/>
                <a:rect l="l" t="t" r="r" b="b"/>
                <a:pathLst>
                  <a:path w="69" h="180" extrusionOk="0">
                    <a:moveTo>
                      <a:pt x="56" y="3"/>
                    </a:moveTo>
                    <a:cubicBezTo>
                      <a:pt x="49" y="2"/>
                      <a:pt x="49" y="2"/>
                      <a:pt x="49" y="2"/>
                    </a:cubicBezTo>
                    <a:cubicBezTo>
                      <a:pt x="48" y="2"/>
                      <a:pt x="48" y="2"/>
                      <a:pt x="48" y="2"/>
                    </a:cubicBezTo>
                    <a:cubicBezTo>
                      <a:pt x="34" y="0"/>
                      <a:pt x="34" y="0"/>
                      <a:pt x="34" y="0"/>
                    </a:cubicBezTo>
                    <a:cubicBezTo>
                      <a:pt x="17" y="14"/>
                      <a:pt x="17" y="14"/>
                      <a:pt x="17" y="14"/>
                    </a:cubicBezTo>
                    <a:cubicBezTo>
                      <a:pt x="1" y="159"/>
                      <a:pt x="1" y="159"/>
                      <a:pt x="1" y="159"/>
                    </a:cubicBezTo>
                    <a:cubicBezTo>
                      <a:pt x="0" y="168"/>
                      <a:pt x="5" y="175"/>
                      <a:pt x="14" y="176"/>
                    </a:cubicBezTo>
                    <a:cubicBezTo>
                      <a:pt x="28" y="178"/>
                      <a:pt x="28" y="178"/>
                      <a:pt x="28" y="178"/>
                    </a:cubicBezTo>
                    <a:cubicBezTo>
                      <a:pt x="35" y="179"/>
                      <a:pt x="35" y="179"/>
                      <a:pt x="35" y="179"/>
                    </a:cubicBezTo>
                    <a:cubicBezTo>
                      <a:pt x="43" y="180"/>
                      <a:pt x="51" y="173"/>
                      <a:pt x="52" y="165"/>
                    </a:cubicBezTo>
                    <a:cubicBezTo>
                      <a:pt x="69" y="20"/>
                      <a:pt x="69" y="20"/>
                      <a:pt x="69" y="20"/>
                    </a:cubicBezTo>
                    <a:cubicBezTo>
                      <a:pt x="56" y="3"/>
                      <a:pt x="56" y="3"/>
                      <a:pt x="56" y="3"/>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23"/>
              <p:cNvSpPr/>
              <p:nvPr/>
            </p:nvSpPr>
            <p:spPr>
              <a:xfrm>
                <a:off x="6521359" y="1732225"/>
                <a:ext cx="161354" cy="202203"/>
              </a:xfrm>
              <a:custGeom>
                <a:avLst/>
                <a:gdLst/>
                <a:ahLst/>
                <a:cxnLst/>
                <a:rect l="l" t="t" r="r" b="b"/>
                <a:pathLst>
                  <a:path w="181" h="227" extrusionOk="0">
                    <a:moveTo>
                      <a:pt x="175" y="122"/>
                    </a:moveTo>
                    <a:cubicBezTo>
                      <a:pt x="170" y="182"/>
                      <a:pt x="127" y="227"/>
                      <a:pt x="80" y="222"/>
                    </a:cubicBezTo>
                    <a:cubicBezTo>
                      <a:pt x="33" y="218"/>
                      <a:pt x="0" y="166"/>
                      <a:pt x="6" y="106"/>
                    </a:cubicBezTo>
                    <a:cubicBezTo>
                      <a:pt x="11" y="46"/>
                      <a:pt x="54" y="0"/>
                      <a:pt x="101" y="5"/>
                    </a:cubicBezTo>
                    <a:cubicBezTo>
                      <a:pt x="148" y="9"/>
                      <a:pt x="181" y="62"/>
                      <a:pt x="175" y="12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23"/>
              <p:cNvSpPr/>
              <p:nvPr/>
            </p:nvSpPr>
            <p:spPr>
              <a:xfrm>
                <a:off x="6502296" y="1708396"/>
                <a:ext cx="197438" cy="255987"/>
              </a:xfrm>
              <a:custGeom>
                <a:avLst/>
                <a:gdLst/>
                <a:ahLst/>
                <a:cxnLst/>
                <a:rect l="l" t="t" r="r" b="b"/>
                <a:pathLst>
                  <a:path w="221" h="287" extrusionOk="0">
                    <a:moveTo>
                      <a:pt x="192" y="69"/>
                    </a:moveTo>
                    <a:cubicBezTo>
                      <a:pt x="163" y="13"/>
                      <a:pt x="104" y="0"/>
                      <a:pt x="58" y="41"/>
                    </a:cubicBezTo>
                    <a:cubicBezTo>
                      <a:pt x="13" y="82"/>
                      <a:pt x="0" y="161"/>
                      <a:pt x="29" y="218"/>
                    </a:cubicBezTo>
                    <a:cubicBezTo>
                      <a:pt x="58" y="274"/>
                      <a:pt x="118" y="287"/>
                      <a:pt x="163" y="246"/>
                    </a:cubicBezTo>
                    <a:cubicBezTo>
                      <a:pt x="208" y="205"/>
                      <a:pt x="221" y="126"/>
                      <a:pt x="192" y="69"/>
                    </a:cubicBezTo>
                    <a:close/>
                    <a:moveTo>
                      <a:pt x="153" y="227"/>
                    </a:moveTo>
                    <a:cubicBezTo>
                      <a:pt x="116" y="260"/>
                      <a:pt x="68" y="250"/>
                      <a:pt x="44" y="204"/>
                    </a:cubicBezTo>
                    <a:cubicBezTo>
                      <a:pt x="21" y="158"/>
                      <a:pt x="31" y="93"/>
                      <a:pt x="68" y="60"/>
                    </a:cubicBezTo>
                    <a:cubicBezTo>
                      <a:pt x="105" y="27"/>
                      <a:pt x="154" y="37"/>
                      <a:pt x="177" y="83"/>
                    </a:cubicBezTo>
                    <a:cubicBezTo>
                      <a:pt x="201" y="129"/>
                      <a:pt x="190" y="194"/>
                      <a:pt x="153" y="2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23"/>
              <p:cNvSpPr/>
              <p:nvPr/>
            </p:nvSpPr>
            <p:spPr>
              <a:xfrm>
                <a:off x="6505019" y="2005233"/>
                <a:ext cx="101442" cy="123228"/>
              </a:xfrm>
              <a:custGeom>
                <a:avLst/>
                <a:gdLst/>
                <a:ahLst/>
                <a:cxnLst/>
                <a:rect l="l" t="t" r="r" b="b"/>
                <a:pathLst>
                  <a:path w="114" h="138" extrusionOk="0">
                    <a:moveTo>
                      <a:pt x="113" y="43"/>
                    </a:moveTo>
                    <a:cubicBezTo>
                      <a:pt x="112" y="50"/>
                      <a:pt x="103" y="52"/>
                      <a:pt x="100" y="53"/>
                    </a:cubicBezTo>
                    <a:cubicBezTo>
                      <a:pt x="100" y="53"/>
                      <a:pt x="100" y="53"/>
                      <a:pt x="100" y="53"/>
                    </a:cubicBezTo>
                    <a:cubicBezTo>
                      <a:pt x="99" y="53"/>
                      <a:pt x="100" y="53"/>
                      <a:pt x="99" y="53"/>
                    </a:cubicBezTo>
                    <a:cubicBezTo>
                      <a:pt x="99" y="54"/>
                      <a:pt x="100" y="55"/>
                      <a:pt x="103" y="58"/>
                    </a:cubicBezTo>
                    <a:cubicBezTo>
                      <a:pt x="106" y="61"/>
                      <a:pt x="109" y="65"/>
                      <a:pt x="108" y="73"/>
                    </a:cubicBezTo>
                    <a:cubicBezTo>
                      <a:pt x="108" y="76"/>
                      <a:pt x="106" y="78"/>
                      <a:pt x="104" y="79"/>
                    </a:cubicBezTo>
                    <a:cubicBezTo>
                      <a:pt x="100" y="82"/>
                      <a:pt x="95" y="83"/>
                      <a:pt x="95" y="83"/>
                    </a:cubicBezTo>
                    <a:cubicBezTo>
                      <a:pt x="95" y="83"/>
                      <a:pt x="95" y="83"/>
                      <a:pt x="95" y="83"/>
                    </a:cubicBezTo>
                    <a:cubicBezTo>
                      <a:pt x="96" y="84"/>
                      <a:pt x="106" y="89"/>
                      <a:pt x="103" y="100"/>
                    </a:cubicBezTo>
                    <a:cubicBezTo>
                      <a:pt x="101" y="111"/>
                      <a:pt x="85" y="110"/>
                      <a:pt x="85" y="111"/>
                    </a:cubicBezTo>
                    <a:cubicBezTo>
                      <a:pt x="85" y="111"/>
                      <a:pt x="89" y="113"/>
                      <a:pt x="92" y="116"/>
                    </a:cubicBezTo>
                    <a:cubicBezTo>
                      <a:pt x="93" y="118"/>
                      <a:pt x="94" y="121"/>
                      <a:pt x="92" y="124"/>
                    </a:cubicBezTo>
                    <a:cubicBezTo>
                      <a:pt x="89" y="130"/>
                      <a:pt x="79" y="133"/>
                      <a:pt x="72" y="135"/>
                    </a:cubicBezTo>
                    <a:cubicBezTo>
                      <a:pt x="71" y="135"/>
                      <a:pt x="70" y="135"/>
                      <a:pt x="69" y="136"/>
                    </a:cubicBezTo>
                    <a:cubicBezTo>
                      <a:pt x="68" y="136"/>
                      <a:pt x="68" y="136"/>
                      <a:pt x="68" y="136"/>
                    </a:cubicBezTo>
                    <a:cubicBezTo>
                      <a:pt x="67" y="136"/>
                      <a:pt x="67" y="136"/>
                      <a:pt x="67" y="136"/>
                    </a:cubicBezTo>
                    <a:cubicBezTo>
                      <a:pt x="50" y="138"/>
                      <a:pt x="26" y="137"/>
                      <a:pt x="15" y="127"/>
                    </a:cubicBezTo>
                    <a:cubicBezTo>
                      <a:pt x="11" y="123"/>
                      <a:pt x="11" y="111"/>
                      <a:pt x="14" y="104"/>
                    </a:cubicBezTo>
                    <a:cubicBezTo>
                      <a:pt x="0" y="94"/>
                      <a:pt x="3" y="71"/>
                      <a:pt x="12" y="67"/>
                    </a:cubicBezTo>
                    <a:cubicBezTo>
                      <a:pt x="0" y="47"/>
                      <a:pt x="7" y="37"/>
                      <a:pt x="17" y="33"/>
                    </a:cubicBezTo>
                    <a:cubicBezTo>
                      <a:pt x="14" y="14"/>
                      <a:pt x="26" y="2"/>
                      <a:pt x="33" y="0"/>
                    </a:cubicBezTo>
                    <a:cubicBezTo>
                      <a:pt x="41" y="0"/>
                      <a:pt x="54" y="3"/>
                      <a:pt x="73" y="10"/>
                    </a:cubicBezTo>
                    <a:cubicBezTo>
                      <a:pt x="73" y="10"/>
                      <a:pt x="73" y="10"/>
                      <a:pt x="73" y="10"/>
                    </a:cubicBezTo>
                    <a:cubicBezTo>
                      <a:pt x="73" y="10"/>
                      <a:pt x="73" y="11"/>
                      <a:pt x="74" y="11"/>
                    </a:cubicBezTo>
                    <a:cubicBezTo>
                      <a:pt x="76" y="12"/>
                      <a:pt x="86" y="15"/>
                      <a:pt x="88" y="17"/>
                    </a:cubicBezTo>
                    <a:cubicBezTo>
                      <a:pt x="105" y="24"/>
                      <a:pt x="114" y="36"/>
                      <a:pt x="113" y="43"/>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23"/>
              <p:cNvSpPr/>
              <p:nvPr/>
            </p:nvSpPr>
            <p:spPr>
              <a:xfrm>
                <a:off x="6539741" y="1976639"/>
                <a:ext cx="118462" cy="117101"/>
              </a:xfrm>
              <a:custGeom>
                <a:avLst/>
                <a:gdLst/>
                <a:ahLst/>
                <a:cxnLst/>
                <a:rect l="l" t="t" r="r" b="b"/>
                <a:pathLst>
                  <a:path w="133" h="131" extrusionOk="0">
                    <a:moveTo>
                      <a:pt x="133" y="86"/>
                    </a:moveTo>
                    <a:cubicBezTo>
                      <a:pt x="133" y="86"/>
                      <a:pt x="116" y="34"/>
                      <a:pt x="82" y="7"/>
                    </a:cubicBezTo>
                    <a:cubicBezTo>
                      <a:pt x="65" y="0"/>
                      <a:pt x="0" y="52"/>
                      <a:pt x="0" y="52"/>
                    </a:cubicBezTo>
                    <a:cubicBezTo>
                      <a:pt x="5" y="77"/>
                      <a:pt x="38" y="80"/>
                      <a:pt x="61" y="61"/>
                    </a:cubicBezTo>
                    <a:cubicBezTo>
                      <a:pt x="61" y="61"/>
                      <a:pt x="44" y="116"/>
                      <a:pt x="108" y="131"/>
                    </a:cubicBezTo>
                    <a:cubicBezTo>
                      <a:pt x="133" y="86"/>
                      <a:pt x="133" y="86"/>
                      <a:pt x="133" y="86"/>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23"/>
              <p:cNvSpPr/>
              <p:nvPr/>
            </p:nvSpPr>
            <p:spPr>
              <a:xfrm>
                <a:off x="6539741" y="2022935"/>
                <a:ext cx="60593" cy="51061"/>
              </a:xfrm>
              <a:custGeom>
                <a:avLst/>
                <a:gdLst/>
                <a:ahLst/>
                <a:cxnLst/>
                <a:rect l="l" t="t" r="r" b="b"/>
                <a:pathLst>
                  <a:path w="68" h="57" extrusionOk="0">
                    <a:moveTo>
                      <a:pt x="0" y="0"/>
                    </a:moveTo>
                    <a:cubicBezTo>
                      <a:pt x="0" y="6"/>
                      <a:pt x="3" y="12"/>
                      <a:pt x="8" y="16"/>
                    </a:cubicBezTo>
                    <a:cubicBezTo>
                      <a:pt x="13" y="20"/>
                      <a:pt x="19" y="22"/>
                      <a:pt x="26" y="23"/>
                    </a:cubicBezTo>
                    <a:cubicBezTo>
                      <a:pt x="26" y="23"/>
                      <a:pt x="27" y="23"/>
                      <a:pt x="28" y="23"/>
                    </a:cubicBezTo>
                    <a:cubicBezTo>
                      <a:pt x="33" y="23"/>
                      <a:pt x="39" y="22"/>
                      <a:pt x="44" y="20"/>
                    </a:cubicBezTo>
                    <a:cubicBezTo>
                      <a:pt x="49" y="19"/>
                      <a:pt x="53" y="17"/>
                      <a:pt x="57" y="15"/>
                    </a:cubicBezTo>
                    <a:cubicBezTo>
                      <a:pt x="56" y="19"/>
                      <a:pt x="56" y="24"/>
                      <a:pt x="57" y="28"/>
                    </a:cubicBezTo>
                    <a:cubicBezTo>
                      <a:pt x="57" y="29"/>
                      <a:pt x="57" y="31"/>
                      <a:pt x="57" y="32"/>
                    </a:cubicBezTo>
                    <a:cubicBezTo>
                      <a:pt x="57" y="32"/>
                      <a:pt x="57" y="32"/>
                      <a:pt x="57" y="32"/>
                    </a:cubicBezTo>
                    <a:cubicBezTo>
                      <a:pt x="57" y="32"/>
                      <a:pt x="57" y="32"/>
                      <a:pt x="57" y="32"/>
                    </a:cubicBezTo>
                    <a:cubicBezTo>
                      <a:pt x="57" y="34"/>
                      <a:pt x="57" y="36"/>
                      <a:pt x="58" y="38"/>
                    </a:cubicBezTo>
                    <a:cubicBezTo>
                      <a:pt x="58" y="38"/>
                      <a:pt x="58" y="38"/>
                      <a:pt x="58" y="38"/>
                    </a:cubicBezTo>
                    <a:cubicBezTo>
                      <a:pt x="58" y="38"/>
                      <a:pt x="58" y="38"/>
                      <a:pt x="58" y="38"/>
                    </a:cubicBezTo>
                    <a:cubicBezTo>
                      <a:pt x="59" y="41"/>
                      <a:pt x="59" y="43"/>
                      <a:pt x="60" y="46"/>
                    </a:cubicBezTo>
                    <a:cubicBezTo>
                      <a:pt x="62" y="50"/>
                      <a:pt x="64" y="54"/>
                      <a:pt x="67" y="57"/>
                    </a:cubicBezTo>
                    <a:cubicBezTo>
                      <a:pt x="68" y="57"/>
                      <a:pt x="68" y="56"/>
                      <a:pt x="68" y="55"/>
                    </a:cubicBezTo>
                    <a:cubicBezTo>
                      <a:pt x="53" y="34"/>
                      <a:pt x="61" y="9"/>
                      <a:pt x="61" y="9"/>
                    </a:cubicBezTo>
                    <a:cubicBezTo>
                      <a:pt x="51" y="17"/>
                      <a:pt x="40" y="22"/>
                      <a:pt x="29" y="22"/>
                    </a:cubicBezTo>
                    <a:cubicBezTo>
                      <a:pt x="15" y="22"/>
                      <a:pt x="3" y="14"/>
                      <a:pt x="0"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23"/>
              <p:cNvSpPr/>
              <p:nvPr/>
            </p:nvSpPr>
            <p:spPr>
              <a:xfrm>
                <a:off x="6533614" y="2097825"/>
                <a:ext cx="53785" cy="10893"/>
              </a:xfrm>
              <a:custGeom>
                <a:avLst/>
                <a:gdLst/>
                <a:ahLst/>
                <a:cxnLst/>
                <a:rect l="l" t="t" r="r" b="b"/>
                <a:pathLst>
                  <a:path w="60" h="12" extrusionOk="0">
                    <a:moveTo>
                      <a:pt x="0" y="0"/>
                    </a:moveTo>
                    <a:cubicBezTo>
                      <a:pt x="60" y="12"/>
                      <a:pt x="60" y="12"/>
                      <a:pt x="60" y="12"/>
                    </a:cubicBezTo>
                    <a:cubicBezTo>
                      <a:pt x="57" y="9"/>
                      <a:pt x="53" y="7"/>
                      <a:pt x="53" y="7"/>
                    </a:cubicBezTo>
                    <a:cubicBezTo>
                      <a:pt x="53" y="7"/>
                      <a:pt x="53" y="7"/>
                      <a:pt x="53" y="7"/>
                    </a:cubicBezTo>
                    <a:cubicBezTo>
                      <a:pt x="53" y="7"/>
                      <a:pt x="53" y="7"/>
                      <a:pt x="53" y="7"/>
                    </a:cubicBezTo>
                    <a:cubicBezTo>
                      <a:pt x="0" y="0"/>
                      <a:pt x="0" y="0"/>
                      <a:pt x="0"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23"/>
              <p:cNvSpPr/>
              <p:nvPr/>
            </p:nvSpPr>
            <p:spPr>
              <a:xfrm>
                <a:off x="6534295" y="2068549"/>
                <a:ext cx="63316" cy="10893"/>
              </a:xfrm>
              <a:custGeom>
                <a:avLst/>
                <a:gdLst/>
                <a:ahLst/>
                <a:cxnLst/>
                <a:rect l="l" t="t" r="r" b="b"/>
                <a:pathLst>
                  <a:path w="71" h="12" extrusionOk="0">
                    <a:moveTo>
                      <a:pt x="0" y="0"/>
                    </a:moveTo>
                    <a:cubicBezTo>
                      <a:pt x="62" y="12"/>
                      <a:pt x="62" y="12"/>
                      <a:pt x="62" y="12"/>
                    </a:cubicBezTo>
                    <a:cubicBezTo>
                      <a:pt x="62" y="12"/>
                      <a:pt x="67" y="11"/>
                      <a:pt x="71" y="8"/>
                    </a:cubicBezTo>
                    <a:cubicBezTo>
                      <a:pt x="71" y="8"/>
                      <a:pt x="71" y="8"/>
                      <a:pt x="71" y="8"/>
                    </a:cubicBezTo>
                    <a:cubicBezTo>
                      <a:pt x="0" y="0"/>
                      <a:pt x="0" y="0"/>
                      <a:pt x="0"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23"/>
              <p:cNvSpPr/>
              <p:nvPr/>
            </p:nvSpPr>
            <p:spPr>
              <a:xfrm>
                <a:off x="6539741" y="2042678"/>
                <a:ext cx="51742" cy="14297"/>
              </a:xfrm>
              <a:custGeom>
                <a:avLst/>
                <a:gdLst/>
                <a:ahLst/>
                <a:cxnLst/>
                <a:rect l="l" t="t" r="r" b="b"/>
                <a:pathLst>
                  <a:path w="58" h="16" extrusionOk="0">
                    <a:moveTo>
                      <a:pt x="0" y="0"/>
                    </a:moveTo>
                    <a:cubicBezTo>
                      <a:pt x="58" y="16"/>
                      <a:pt x="58" y="16"/>
                      <a:pt x="58" y="16"/>
                    </a:cubicBezTo>
                    <a:cubicBezTo>
                      <a:pt x="58" y="16"/>
                      <a:pt x="58" y="16"/>
                      <a:pt x="58" y="16"/>
                    </a:cubicBezTo>
                    <a:cubicBezTo>
                      <a:pt x="58" y="15"/>
                      <a:pt x="57" y="11"/>
                      <a:pt x="57" y="10"/>
                    </a:cubicBezTo>
                    <a:cubicBezTo>
                      <a:pt x="57" y="10"/>
                      <a:pt x="57" y="10"/>
                      <a:pt x="57" y="10"/>
                    </a:cubicBezTo>
                    <a:cubicBezTo>
                      <a:pt x="0" y="0"/>
                      <a:pt x="0" y="0"/>
                      <a:pt x="0"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23"/>
              <p:cNvSpPr/>
              <p:nvPr/>
            </p:nvSpPr>
            <p:spPr>
              <a:xfrm>
                <a:off x="6590803" y="2051529"/>
                <a:ext cx="681" cy="5447"/>
              </a:xfrm>
              <a:custGeom>
                <a:avLst/>
                <a:gdLst/>
                <a:ahLst/>
                <a:cxnLst/>
                <a:rect l="l" t="t" r="r" b="b"/>
                <a:pathLst>
                  <a:path w="1" h="6" extrusionOk="0">
                    <a:moveTo>
                      <a:pt x="1" y="6"/>
                    </a:moveTo>
                    <a:cubicBezTo>
                      <a:pt x="1" y="6"/>
                      <a:pt x="1" y="6"/>
                      <a:pt x="1" y="6"/>
                    </a:cubicBezTo>
                    <a:cubicBezTo>
                      <a:pt x="1" y="6"/>
                      <a:pt x="1" y="6"/>
                      <a:pt x="1" y="6"/>
                    </a:cubicBezTo>
                    <a:cubicBezTo>
                      <a:pt x="1" y="6"/>
                      <a:pt x="1" y="6"/>
                      <a:pt x="1" y="6"/>
                    </a:cubicBezTo>
                    <a:moveTo>
                      <a:pt x="0" y="0"/>
                    </a:moveTo>
                    <a:cubicBezTo>
                      <a:pt x="0" y="0"/>
                      <a:pt x="0" y="0"/>
                      <a:pt x="0" y="0"/>
                    </a:cubicBezTo>
                    <a:cubicBezTo>
                      <a:pt x="0" y="0"/>
                      <a:pt x="0" y="0"/>
                      <a:pt x="0" y="0"/>
                    </a:cubicBezTo>
                    <a:cubicBezTo>
                      <a:pt x="0" y="0"/>
                      <a:pt x="0" y="0"/>
                      <a:pt x="0" y="0"/>
                    </a:cubicBezTo>
                  </a:path>
                </a:pathLst>
              </a:custGeom>
              <a:solidFill>
                <a:srgbClr val="FF5C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23"/>
              <p:cNvSpPr/>
              <p:nvPr/>
            </p:nvSpPr>
            <p:spPr>
              <a:xfrm>
                <a:off x="6601015" y="2027700"/>
                <a:ext cx="411214" cy="510615"/>
              </a:xfrm>
              <a:custGeom>
                <a:avLst/>
                <a:gdLst/>
                <a:ahLst/>
                <a:cxnLst/>
                <a:rect l="l" t="t" r="r" b="b"/>
                <a:pathLst>
                  <a:path w="461" h="573" extrusionOk="0">
                    <a:moveTo>
                      <a:pt x="461" y="327"/>
                    </a:moveTo>
                    <a:cubicBezTo>
                      <a:pt x="460" y="330"/>
                      <a:pt x="459" y="335"/>
                      <a:pt x="457" y="341"/>
                    </a:cubicBezTo>
                    <a:cubicBezTo>
                      <a:pt x="449" y="366"/>
                      <a:pt x="433" y="417"/>
                      <a:pt x="412" y="464"/>
                    </a:cubicBezTo>
                    <a:cubicBezTo>
                      <a:pt x="403" y="484"/>
                      <a:pt x="393" y="503"/>
                      <a:pt x="382" y="520"/>
                    </a:cubicBezTo>
                    <a:cubicBezTo>
                      <a:pt x="362" y="551"/>
                      <a:pt x="340" y="573"/>
                      <a:pt x="316" y="573"/>
                    </a:cubicBezTo>
                    <a:cubicBezTo>
                      <a:pt x="241" y="571"/>
                      <a:pt x="0" y="276"/>
                      <a:pt x="0" y="276"/>
                    </a:cubicBezTo>
                    <a:cubicBezTo>
                      <a:pt x="16" y="169"/>
                      <a:pt x="98" y="52"/>
                      <a:pt x="98" y="52"/>
                    </a:cubicBezTo>
                    <a:cubicBezTo>
                      <a:pt x="280" y="277"/>
                      <a:pt x="280" y="277"/>
                      <a:pt x="280" y="277"/>
                    </a:cubicBezTo>
                    <a:cubicBezTo>
                      <a:pt x="280" y="277"/>
                      <a:pt x="349" y="24"/>
                      <a:pt x="382" y="11"/>
                    </a:cubicBezTo>
                    <a:cubicBezTo>
                      <a:pt x="383" y="10"/>
                      <a:pt x="383" y="10"/>
                      <a:pt x="384" y="10"/>
                    </a:cubicBezTo>
                    <a:cubicBezTo>
                      <a:pt x="417" y="0"/>
                      <a:pt x="452" y="59"/>
                      <a:pt x="452" y="59"/>
                    </a:cubicBezTo>
                    <a:cubicBezTo>
                      <a:pt x="456" y="181"/>
                      <a:pt x="456" y="181"/>
                      <a:pt x="456" y="181"/>
                    </a:cubicBezTo>
                    <a:cubicBezTo>
                      <a:pt x="459" y="261"/>
                      <a:pt x="459" y="261"/>
                      <a:pt x="459" y="261"/>
                    </a:cubicBezTo>
                    <a:cubicBezTo>
                      <a:pt x="461" y="327"/>
                      <a:pt x="461" y="327"/>
                      <a:pt x="461" y="327"/>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7" name="Google Shape;577;p23"/>
              <p:cNvSpPr/>
              <p:nvPr/>
            </p:nvSpPr>
            <p:spPr>
              <a:xfrm>
                <a:off x="6904660" y="2201309"/>
                <a:ext cx="66040" cy="290029"/>
              </a:xfrm>
              <a:custGeom>
                <a:avLst/>
                <a:gdLst/>
                <a:ahLst/>
                <a:cxnLst/>
                <a:rect l="l" t="t" r="r" b="b"/>
                <a:pathLst>
                  <a:path w="74" h="325" extrusionOk="0">
                    <a:moveTo>
                      <a:pt x="42" y="0"/>
                    </a:moveTo>
                    <a:cubicBezTo>
                      <a:pt x="42" y="0"/>
                      <a:pt x="42" y="0"/>
                      <a:pt x="42" y="0"/>
                    </a:cubicBezTo>
                    <a:cubicBezTo>
                      <a:pt x="42" y="0"/>
                      <a:pt x="0" y="66"/>
                      <a:pt x="7" y="89"/>
                    </a:cubicBezTo>
                    <a:cubicBezTo>
                      <a:pt x="14" y="111"/>
                      <a:pt x="42" y="150"/>
                      <a:pt x="42" y="150"/>
                    </a:cubicBezTo>
                    <a:cubicBezTo>
                      <a:pt x="42" y="325"/>
                      <a:pt x="42" y="325"/>
                      <a:pt x="42" y="325"/>
                    </a:cubicBezTo>
                    <a:cubicBezTo>
                      <a:pt x="53" y="308"/>
                      <a:pt x="63" y="289"/>
                      <a:pt x="72" y="269"/>
                    </a:cubicBezTo>
                    <a:cubicBezTo>
                      <a:pt x="72" y="269"/>
                      <a:pt x="72" y="269"/>
                      <a:pt x="72" y="269"/>
                    </a:cubicBezTo>
                    <a:cubicBezTo>
                      <a:pt x="74" y="159"/>
                      <a:pt x="74" y="159"/>
                      <a:pt x="74" y="159"/>
                    </a:cubicBezTo>
                    <a:cubicBezTo>
                      <a:pt x="73" y="146"/>
                      <a:pt x="33" y="112"/>
                      <a:pt x="26" y="81"/>
                    </a:cubicBezTo>
                    <a:cubicBezTo>
                      <a:pt x="23" y="66"/>
                      <a:pt x="32" y="31"/>
                      <a:pt x="42" y="0"/>
                    </a:cubicBezTo>
                  </a:path>
                </a:pathLst>
              </a:custGeom>
              <a:solidFill>
                <a:srgbClr val="334157">
                  <a:alpha val="2911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23"/>
              <p:cNvSpPr/>
              <p:nvPr/>
            </p:nvSpPr>
            <p:spPr>
              <a:xfrm>
                <a:off x="6925085" y="1981405"/>
                <a:ext cx="442532" cy="590271"/>
              </a:xfrm>
              <a:custGeom>
                <a:avLst/>
                <a:gdLst/>
                <a:ahLst/>
                <a:cxnLst/>
                <a:rect l="l" t="t" r="r" b="b"/>
                <a:pathLst>
                  <a:path w="496" h="662" extrusionOk="0">
                    <a:moveTo>
                      <a:pt x="496" y="88"/>
                    </a:moveTo>
                    <a:cubicBezTo>
                      <a:pt x="461" y="323"/>
                      <a:pt x="461" y="323"/>
                      <a:pt x="461" y="323"/>
                    </a:cubicBezTo>
                    <a:cubicBezTo>
                      <a:pt x="461" y="322"/>
                      <a:pt x="461" y="322"/>
                      <a:pt x="461" y="322"/>
                    </a:cubicBezTo>
                    <a:cubicBezTo>
                      <a:pt x="461" y="322"/>
                      <a:pt x="461" y="322"/>
                      <a:pt x="461" y="322"/>
                    </a:cubicBezTo>
                    <a:cubicBezTo>
                      <a:pt x="460" y="321"/>
                      <a:pt x="460" y="321"/>
                      <a:pt x="460" y="321"/>
                    </a:cubicBezTo>
                    <a:cubicBezTo>
                      <a:pt x="440" y="448"/>
                      <a:pt x="440" y="448"/>
                      <a:pt x="440" y="448"/>
                    </a:cubicBezTo>
                    <a:cubicBezTo>
                      <a:pt x="440" y="451"/>
                      <a:pt x="440" y="451"/>
                      <a:pt x="440" y="451"/>
                    </a:cubicBezTo>
                    <a:cubicBezTo>
                      <a:pt x="455" y="595"/>
                      <a:pt x="455" y="595"/>
                      <a:pt x="455" y="595"/>
                    </a:cubicBezTo>
                    <a:cubicBezTo>
                      <a:pt x="455" y="595"/>
                      <a:pt x="214" y="662"/>
                      <a:pt x="47" y="595"/>
                    </a:cubicBezTo>
                    <a:cubicBezTo>
                      <a:pt x="47" y="572"/>
                      <a:pt x="47" y="572"/>
                      <a:pt x="47" y="572"/>
                    </a:cubicBezTo>
                    <a:cubicBezTo>
                      <a:pt x="49" y="516"/>
                      <a:pt x="49" y="516"/>
                      <a:pt x="49" y="516"/>
                    </a:cubicBezTo>
                    <a:cubicBezTo>
                      <a:pt x="51" y="406"/>
                      <a:pt x="51" y="406"/>
                      <a:pt x="51" y="406"/>
                    </a:cubicBezTo>
                    <a:cubicBezTo>
                      <a:pt x="50" y="393"/>
                      <a:pt x="10" y="359"/>
                      <a:pt x="3" y="328"/>
                    </a:cubicBezTo>
                    <a:cubicBezTo>
                      <a:pt x="0" y="313"/>
                      <a:pt x="9" y="278"/>
                      <a:pt x="19" y="247"/>
                    </a:cubicBezTo>
                    <a:cubicBezTo>
                      <a:pt x="28" y="219"/>
                      <a:pt x="37" y="196"/>
                      <a:pt x="37" y="196"/>
                    </a:cubicBezTo>
                    <a:cubicBezTo>
                      <a:pt x="19" y="63"/>
                      <a:pt x="19" y="63"/>
                      <a:pt x="19" y="63"/>
                    </a:cubicBezTo>
                    <a:cubicBezTo>
                      <a:pt x="20" y="62"/>
                      <a:pt x="20" y="62"/>
                      <a:pt x="21" y="62"/>
                    </a:cubicBezTo>
                    <a:cubicBezTo>
                      <a:pt x="38" y="56"/>
                      <a:pt x="178" y="4"/>
                      <a:pt x="247" y="1"/>
                    </a:cubicBezTo>
                    <a:cubicBezTo>
                      <a:pt x="297" y="0"/>
                      <a:pt x="397" y="42"/>
                      <a:pt x="453" y="68"/>
                    </a:cubicBezTo>
                    <a:cubicBezTo>
                      <a:pt x="454" y="68"/>
                      <a:pt x="454" y="68"/>
                      <a:pt x="454" y="68"/>
                    </a:cubicBezTo>
                    <a:cubicBezTo>
                      <a:pt x="454" y="68"/>
                      <a:pt x="454" y="68"/>
                      <a:pt x="454" y="68"/>
                    </a:cubicBezTo>
                    <a:cubicBezTo>
                      <a:pt x="479" y="80"/>
                      <a:pt x="496" y="88"/>
                      <a:pt x="496" y="88"/>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23"/>
              <p:cNvSpPr/>
              <p:nvPr/>
            </p:nvSpPr>
            <p:spPr>
              <a:xfrm>
                <a:off x="6888321" y="2511763"/>
                <a:ext cx="822429" cy="1230922"/>
              </a:xfrm>
              <a:custGeom>
                <a:avLst/>
                <a:gdLst/>
                <a:ahLst/>
                <a:cxnLst/>
                <a:rect l="l" t="t" r="r" b="b"/>
                <a:pathLst>
                  <a:path w="922" h="1380" extrusionOk="0">
                    <a:moveTo>
                      <a:pt x="7" y="256"/>
                    </a:moveTo>
                    <a:cubicBezTo>
                      <a:pt x="7" y="1338"/>
                      <a:pt x="7" y="1338"/>
                      <a:pt x="7" y="1338"/>
                    </a:cubicBezTo>
                    <a:cubicBezTo>
                      <a:pt x="7" y="1338"/>
                      <a:pt x="81" y="1380"/>
                      <a:pt x="214" y="1380"/>
                    </a:cubicBezTo>
                    <a:cubicBezTo>
                      <a:pt x="348" y="1380"/>
                      <a:pt x="428" y="1368"/>
                      <a:pt x="428" y="1368"/>
                    </a:cubicBezTo>
                    <a:cubicBezTo>
                      <a:pt x="324" y="356"/>
                      <a:pt x="324" y="356"/>
                      <a:pt x="324" y="356"/>
                    </a:cubicBezTo>
                    <a:cubicBezTo>
                      <a:pt x="538" y="1366"/>
                      <a:pt x="538" y="1366"/>
                      <a:pt x="538" y="1366"/>
                    </a:cubicBezTo>
                    <a:cubicBezTo>
                      <a:pt x="538" y="1366"/>
                      <a:pt x="653" y="1354"/>
                      <a:pt x="743" y="1332"/>
                    </a:cubicBezTo>
                    <a:cubicBezTo>
                      <a:pt x="834" y="1310"/>
                      <a:pt x="922" y="1248"/>
                      <a:pt x="922" y="1248"/>
                    </a:cubicBezTo>
                    <a:cubicBezTo>
                      <a:pt x="600" y="208"/>
                      <a:pt x="600" y="208"/>
                      <a:pt x="600" y="208"/>
                    </a:cubicBezTo>
                    <a:cubicBezTo>
                      <a:pt x="566" y="75"/>
                      <a:pt x="484" y="3"/>
                      <a:pt x="480" y="0"/>
                    </a:cubicBezTo>
                    <a:cubicBezTo>
                      <a:pt x="480" y="0"/>
                      <a:pt x="480" y="0"/>
                      <a:pt x="480" y="0"/>
                    </a:cubicBezTo>
                    <a:cubicBezTo>
                      <a:pt x="88" y="0"/>
                      <a:pt x="88" y="0"/>
                      <a:pt x="88" y="0"/>
                    </a:cubicBezTo>
                    <a:cubicBezTo>
                      <a:pt x="88" y="0"/>
                      <a:pt x="0" y="143"/>
                      <a:pt x="7" y="256"/>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23"/>
              <p:cNvSpPr/>
              <p:nvPr/>
            </p:nvSpPr>
            <p:spPr>
              <a:xfrm>
                <a:off x="7078269" y="1878601"/>
                <a:ext cx="125271" cy="239648"/>
              </a:xfrm>
              <a:custGeom>
                <a:avLst/>
                <a:gdLst/>
                <a:ahLst/>
                <a:cxnLst/>
                <a:rect l="l" t="t" r="r" b="b"/>
                <a:pathLst>
                  <a:path w="140" h="269" extrusionOk="0">
                    <a:moveTo>
                      <a:pt x="0" y="142"/>
                    </a:moveTo>
                    <a:cubicBezTo>
                      <a:pt x="0" y="159"/>
                      <a:pt x="0" y="233"/>
                      <a:pt x="37" y="269"/>
                    </a:cubicBezTo>
                    <a:cubicBezTo>
                      <a:pt x="110" y="236"/>
                      <a:pt x="139" y="123"/>
                      <a:pt x="139" y="123"/>
                    </a:cubicBezTo>
                    <a:cubicBezTo>
                      <a:pt x="139" y="118"/>
                      <a:pt x="139" y="118"/>
                      <a:pt x="139" y="118"/>
                    </a:cubicBezTo>
                    <a:cubicBezTo>
                      <a:pt x="140" y="29"/>
                      <a:pt x="140" y="29"/>
                      <a:pt x="140" y="29"/>
                    </a:cubicBezTo>
                    <a:cubicBezTo>
                      <a:pt x="139" y="11"/>
                      <a:pt x="15" y="0"/>
                      <a:pt x="15" y="0"/>
                    </a:cubicBezTo>
                    <a:cubicBezTo>
                      <a:pt x="0" y="142"/>
                      <a:pt x="0" y="142"/>
                      <a:pt x="0" y="142"/>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23"/>
              <p:cNvSpPr/>
              <p:nvPr/>
            </p:nvSpPr>
            <p:spPr>
              <a:xfrm>
                <a:off x="7203540" y="1907876"/>
                <a:ext cx="0" cy="22467"/>
              </a:xfrm>
              <a:custGeom>
                <a:avLst/>
                <a:gdLst/>
                <a:ahLst/>
                <a:cxnLst/>
                <a:rect l="l" t="t" r="r" b="b"/>
                <a:pathLst>
                  <a:path w="120000" h="25" extrusionOk="0">
                    <a:moveTo>
                      <a:pt x="0" y="0"/>
                    </a:moveTo>
                    <a:cubicBezTo>
                      <a:pt x="0" y="0"/>
                      <a:pt x="0" y="0"/>
                      <a:pt x="0" y="0"/>
                    </a:cubicBezTo>
                    <a:cubicBezTo>
                      <a:pt x="0" y="25"/>
                      <a:pt x="0" y="25"/>
                      <a:pt x="0" y="25"/>
                    </a:cubicBezTo>
                    <a:cubicBezTo>
                      <a:pt x="0" y="25"/>
                      <a:pt x="0" y="25"/>
                      <a:pt x="0" y="25"/>
                    </a:cubicBezTo>
                    <a:cubicBezTo>
                      <a:pt x="0" y="0"/>
                      <a:pt x="0" y="0"/>
                      <a:pt x="0" y="0"/>
                    </a:cubicBezTo>
                  </a:path>
                </a:pathLst>
              </a:custGeom>
              <a:solidFill>
                <a:srgbClr val="27283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23"/>
              <p:cNvSpPr/>
              <p:nvPr/>
            </p:nvSpPr>
            <p:spPr>
              <a:xfrm>
                <a:off x="7086439" y="1907876"/>
                <a:ext cx="117101" cy="61274"/>
              </a:xfrm>
              <a:custGeom>
                <a:avLst/>
                <a:gdLst/>
                <a:ahLst/>
                <a:cxnLst/>
                <a:rect l="l" t="t" r="r" b="b"/>
                <a:pathLst>
                  <a:path w="131" h="69" extrusionOk="0">
                    <a:moveTo>
                      <a:pt x="131" y="0"/>
                    </a:moveTo>
                    <a:cubicBezTo>
                      <a:pt x="100" y="30"/>
                      <a:pt x="51" y="64"/>
                      <a:pt x="11" y="64"/>
                    </a:cubicBezTo>
                    <a:cubicBezTo>
                      <a:pt x="7" y="64"/>
                      <a:pt x="4" y="63"/>
                      <a:pt x="1" y="63"/>
                    </a:cubicBezTo>
                    <a:cubicBezTo>
                      <a:pt x="0" y="64"/>
                      <a:pt x="0" y="64"/>
                      <a:pt x="0" y="64"/>
                    </a:cubicBezTo>
                    <a:cubicBezTo>
                      <a:pt x="0" y="64"/>
                      <a:pt x="14" y="69"/>
                      <a:pt x="35" y="69"/>
                    </a:cubicBezTo>
                    <a:cubicBezTo>
                      <a:pt x="61" y="69"/>
                      <a:pt x="98" y="61"/>
                      <a:pt x="131" y="25"/>
                    </a:cubicBezTo>
                    <a:cubicBezTo>
                      <a:pt x="131" y="0"/>
                      <a:pt x="131" y="0"/>
                      <a:pt x="131"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23"/>
              <p:cNvSpPr/>
              <p:nvPr/>
            </p:nvSpPr>
            <p:spPr>
              <a:xfrm>
                <a:off x="7004741" y="1678440"/>
                <a:ext cx="240330" cy="294795"/>
              </a:xfrm>
              <a:custGeom>
                <a:avLst/>
                <a:gdLst/>
                <a:ahLst/>
                <a:cxnLst/>
                <a:rect l="l" t="t" r="r" b="b"/>
                <a:pathLst>
                  <a:path w="270" h="330" extrusionOk="0">
                    <a:moveTo>
                      <a:pt x="2" y="168"/>
                    </a:moveTo>
                    <a:cubicBezTo>
                      <a:pt x="1" y="175"/>
                      <a:pt x="1" y="181"/>
                      <a:pt x="0" y="187"/>
                    </a:cubicBezTo>
                    <a:cubicBezTo>
                      <a:pt x="0" y="208"/>
                      <a:pt x="0" y="224"/>
                      <a:pt x="2" y="230"/>
                    </a:cubicBezTo>
                    <a:cubicBezTo>
                      <a:pt x="20" y="271"/>
                      <a:pt x="66" y="316"/>
                      <a:pt x="90" y="319"/>
                    </a:cubicBezTo>
                    <a:cubicBezTo>
                      <a:pt x="142" y="330"/>
                      <a:pt x="215" y="270"/>
                      <a:pt x="244" y="236"/>
                    </a:cubicBezTo>
                    <a:cubicBezTo>
                      <a:pt x="262" y="215"/>
                      <a:pt x="270" y="166"/>
                      <a:pt x="264" y="116"/>
                    </a:cubicBezTo>
                    <a:cubicBezTo>
                      <a:pt x="260" y="85"/>
                      <a:pt x="255" y="81"/>
                      <a:pt x="252" y="69"/>
                    </a:cubicBezTo>
                    <a:cubicBezTo>
                      <a:pt x="252" y="69"/>
                      <a:pt x="243" y="18"/>
                      <a:pt x="142" y="6"/>
                    </a:cubicBezTo>
                    <a:cubicBezTo>
                      <a:pt x="91" y="0"/>
                      <a:pt x="40" y="12"/>
                      <a:pt x="27" y="40"/>
                    </a:cubicBezTo>
                    <a:cubicBezTo>
                      <a:pt x="14" y="68"/>
                      <a:pt x="5" y="124"/>
                      <a:pt x="2" y="168"/>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23"/>
              <p:cNvSpPr/>
              <p:nvPr/>
            </p:nvSpPr>
            <p:spPr>
              <a:xfrm>
                <a:off x="7145670" y="1845241"/>
                <a:ext cx="43572" cy="21786"/>
              </a:xfrm>
              <a:custGeom>
                <a:avLst/>
                <a:gdLst/>
                <a:ahLst/>
                <a:cxnLst/>
                <a:rect l="l" t="t" r="r" b="b"/>
                <a:pathLst>
                  <a:path w="49" h="24" extrusionOk="0">
                    <a:moveTo>
                      <a:pt x="26" y="0"/>
                    </a:moveTo>
                    <a:cubicBezTo>
                      <a:pt x="25" y="0"/>
                      <a:pt x="24" y="0"/>
                      <a:pt x="23" y="0"/>
                    </a:cubicBezTo>
                    <a:cubicBezTo>
                      <a:pt x="10" y="1"/>
                      <a:pt x="0" y="14"/>
                      <a:pt x="0" y="14"/>
                    </a:cubicBezTo>
                    <a:cubicBezTo>
                      <a:pt x="0" y="14"/>
                      <a:pt x="11" y="24"/>
                      <a:pt x="23" y="24"/>
                    </a:cubicBezTo>
                    <a:cubicBezTo>
                      <a:pt x="24" y="24"/>
                      <a:pt x="25" y="24"/>
                      <a:pt x="25" y="24"/>
                    </a:cubicBezTo>
                    <a:cubicBezTo>
                      <a:pt x="39" y="22"/>
                      <a:pt x="49" y="10"/>
                      <a:pt x="49" y="10"/>
                    </a:cubicBezTo>
                    <a:cubicBezTo>
                      <a:pt x="49" y="10"/>
                      <a:pt x="38" y="0"/>
                      <a:pt x="26"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23"/>
              <p:cNvSpPr/>
              <p:nvPr/>
            </p:nvSpPr>
            <p:spPr>
              <a:xfrm>
                <a:off x="7004741" y="1828220"/>
                <a:ext cx="15659" cy="17020"/>
              </a:xfrm>
              <a:custGeom>
                <a:avLst/>
                <a:gdLst/>
                <a:ahLst/>
                <a:cxnLst/>
                <a:rect l="l" t="t" r="r" b="b"/>
                <a:pathLst>
                  <a:path w="18" h="19" extrusionOk="0">
                    <a:moveTo>
                      <a:pt x="2" y="0"/>
                    </a:moveTo>
                    <a:cubicBezTo>
                      <a:pt x="2" y="0"/>
                      <a:pt x="2" y="0"/>
                      <a:pt x="2" y="0"/>
                    </a:cubicBezTo>
                    <a:cubicBezTo>
                      <a:pt x="1" y="7"/>
                      <a:pt x="1" y="13"/>
                      <a:pt x="0" y="19"/>
                    </a:cubicBezTo>
                    <a:cubicBezTo>
                      <a:pt x="1" y="19"/>
                      <a:pt x="2" y="19"/>
                      <a:pt x="3" y="19"/>
                    </a:cubicBezTo>
                    <a:cubicBezTo>
                      <a:pt x="11" y="19"/>
                      <a:pt x="18" y="15"/>
                      <a:pt x="18" y="15"/>
                    </a:cubicBezTo>
                    <a:cubicBezTo>
                      <a:pt x="18" y="15"/>
                      <a:pt x="12" y="4"/>
                      <a:pt x="2" y="0"/>
                    </a:cubicBezTo>
                    <a:cubicBezTo>
                      <a:pt x="2" y="0"/>
                      <a:pt x="2" y="0"/>
                      <a:pt x="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23"/>
              <p:cNvSpPr/>
              <p:nvPr/>
            </p:nvSpPr>
            <p:spPr>
              <a:xfrm>
                <a:off x="7028569" y="1805073"/>
                <a:ext cx="25191" cy="44934"/>
              </a:xfrm>
              <a:custGeom>
                <a:avLst/>
                <a:gdLst/>
                <a:ahLst/>
                <a:cxnLst/>
                <a:rect l="l" t="t" r="r" b="b"/>
                <a:pathLst>
                  <a:path w="28" h="50" extrusionOk="0">
                    <a:moveTo>
                      <a:pt x="0" y="0"/>
                    </a:moveTo>
                    <a:cubicBezTo>
                      <a:pt x="18" y="2"/>
                      <a:pt x="18" y="2"/>
                      <a:pt x="18" y="2"/>
                    </a:cubicBezTo>
                    <a:cubicBezTo>
                      <a:pt x="24" y="3"/>
                      <a:pt x="28" y="14"/>
                      <a:pt x="27" y="27"/>
                    </a:cubicBezTo>
                    <a:cubicBezTo>
                      <a:pt x="25" y="40"/>
                      <a:pt x="19" y="50"/>
                      <a:pt x="13" y="49"/>
                    </a:cubicBezTo>
                    <a:cubicBezTo>
                      <a:pt x="7" y="48"/>
                      <a:pt x="3" y="37"/>
                      <a:pt x="5" y="24"/>
                    </a:cubicBezTo>
                    <a:cubicBezTo>
                      <a:pt x="5" y="19"/>
                      <a:pt x="7" y="14"/>
                      <a:pt x="9" y="10"/>
                    </a:cubicBezTo>
                    <a:lnTo>
                      <a:pt x="0"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23"/>
              <p:cNvSpPr/>
              <p:nvPr/>
            </p:nvSpPr>
            <p:spPr>
              <a:xfrm>
                <a:off x="7097332" y="1749245"/>
                <a:ext cx="61274" cy="64678"/>
              </a:xfrm>
              <a:custGeom>
                <a:avLst/>
                <a:gdLst/>
                <a:ahLst/>
                <a:cxnLst/>
                <a:rect l="l" t="t" r="r" b="b"/>
                <a:pathLst>
                  <a:path w="69" h="73" extrusionOk="0">
                    <a:moveTo>
                      <a:pt x="0" y="45"/>
                    </a:moveTo>
                    <a:cubicBezTo>
                      <a:pt x="0" y="45"/>
                      <a:pt x="41" y="31"/>
                      <a:pt x="69" y="73"/>
                    </a:cubicBezTo>
                    <a:cubicBezTo>
                      <a:pt x="69" y="73"/>
                      <a:pt x="42" y="0"/>
                      <a:pt x="0" y="4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23"/>
              <p:cNvSpPr/>
              <p:nvPr/>
            </p:nvSpPr>
            <p:spPr>
              <a:xfrm>
                <a:off x="7010868" y="1752649"/>
                <a:ext cx="49019" cy="48338"/>
              </a:xfrm>
              <a:custGeom>
                <a:avLst/>
                <a:gdLst/>
                <a:ahLst/>
                <a:cxnLst/>
                <a:rect l="l" t="t" r="r" b="b"/>
                <a:pathLst>
                  <a:path w="55" h="54" extrusionOk="0">
                    <a:moveTo>
                      <a:pt x="55" y="38"/>
                    </a:moveTo>
                    <a:cubicBezTo>
                      <a:pt x="55" y="38"/>
                      <a:pt x="23" y="25"/>
                      <a:pt x="0" y="54"/>
                    </a:cubicBezTo>
                    <a:cubicBezTo>
                      <a:pt x="0" y="54"/>
                      <a:pt x="26" y="0"/>
                      <a:pt x="55" y="3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23"/>
              <p:cNvSpPr/>
              <p:nvPr/>
            </p:nvSpPr>
            <p:spPr>
              <a:xfrm>
                <a:off x="7228049" y="1789414"/>
                <a:ext cx="66040" cy="129356"/>
              </a:xfrm>
              <a:custGeom>
                <a:avLst/>
                <a:gdLst/>
                <a:ahLst/>
                <a:cxnLst/>
                <a:rect l="l" t="t" r="r" b="b"/>
                <a:pathLst>
                  <a:path w="74" h="145" extrusionOk="0">
                    <a:moveTo>
                      <a:pt x="4" y="41"/>
                    </a:moveTo>
                    <a:cubicBezTo>
                      <a:pt x="4" y="41"/>
                      <a:pt x="21" y="0"/>
                      <a:pt x="48" y="3"/>
                    </a:cubicBezTo>
                    <a:cubicBezTo>
                      <a:pt x="74" y="6"/>
                      <a:pt x="58" y="145"/>
                      <a:pt x="0" y="85"/>
                    </a:cubicBezTo>
                    <a:lnTo>
                      <a:pt x="4" y="41"/>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23"/>
              <p:cNvSpPr/>
              <p:nvPr/>
            </p:nvSpPr>
            <p:spPr>
              <a:xfrm>
                <a:off x="7234857" y="1819370"/>
                <a:ext cx="33360" cy="27233"/>
              </a:xfrm>
              <a:custGeom>
                <a:avLst/>
                <a:gdLst/>
                <a:ahLst/>
                <a:cxnLst/>
                <a:rect l="l" t="t" r="r" b="b"/>
                <a:pathLst>
                  <a:path w="38" h="30" extrusionOk="0">
                    <a:moveTo>
                      <a:pt x="1" y="30"/>
                    </a:moveTo>
                    <a:cubicBezTo>
                      <a:pt x="2" y="30"/>
                      <a:pt x="3" y="30"/>
                      <a:pt x="3" y="29"/>
                    </a:cubicBezTo>
                    <a:cubicBezTo>
                      <a:pt x="3" y="29"/>
                      <a:pt x="6" y="19"/>
                      <a:pt x="13" y="17"/>
                    </a:cubicBezTo>
                    <a:cubicBezTo>
                      <a:pt x="16" y="16"/>
                      <a:pt x="19" y="17"/>
                      <a:pt x="23" y="20"/>
                    </a:cubicBezTo>
                    <a:cubicBezTo>
                      <a:pt x="24" y="20"/>
                      <a:pt x="25" y="20"/>
                      <a:pt x="25" y="20"/>
                    </a:cubicBezTo>
                    <a:cubicBezTo>
                      <a:pt x="26" y="19"/>
                      <a:pt x="26" y="18"/>
                      <a:pt x="25" y="17"/>
                    </a:cubicBezTo>
                    <a:cubicBezTo>
                      <a:pt x="20" y="14"/>
                      <a:pt x="16" y="13"/>
                      <a:pt x="12" y="14"/>
                    </a:cubicBezTo>
                    <a:cubicBezTo>
                      <a:pt x="11" y="14"/>
                      <a:pt x="10" y="15"/>
                      <a:pt x="9" y="15"/>
                    </a:cubicBezTo>
                    <a:cubicBezTo>
                      <a:pt x="14" y="8"/>
                      <a:pt x="20" y="4"/>
                      <a:pt x="25" y="4"/>
                    </a:cubicBezTo>
                    <a:cubicBezTo>
                      <a:pt x="28" y="5"/>
                      <a:pt x="31" y="7"/>
                      <a:pt x="33" y="11"/>
                    </a:cubicBezTo>
                    <a:cubicBezTo>
                      <a:pt x="34" y="14"/>
                      <a:pt x="35" y="17"/>
                      <a:pt x="35" y="17"/>
                    </a:cubicBezTo>
                    <a:cubicBezTo>
                      <a:pt x="35" y="17"/>
                      <a:pt x="36" y="18"/>
                      <a:pt x="37" y="18"/>
                    </a:cubicBezTo>
                    <a:cubicBezTo>
                      <a:pt x="38" y="18"/>
                      <a:pt x="38" y="17"/>
                      <a:pt x="38" y="16"/>
                    </a:cubicBezTo>
                    <a:cubicBezTo>
                      <a:pt x="38" y="15"/>
                      <a:pt x="36" y="3"/>
                      <a:pt x="26" y="1"/>
                    </a:cubicBezTo>
                    <a:cubicBezTo>
                      <a:pt x="16" y="0"/>
                      <a:pt x="4" y="12"/>
                      <a:pt x="0" y="28"/>
                    </a:cubicBezTo>
                    <a:cubicBezTo>
                      <a:pt x="0" y="29"/>
                      <a:pt x="0" y="30"/>
                      <a:pt x="1" y="30"/>
                    </a:cubicBez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23"/>
              <p:cNvSpPr/>
              <p:nvPr/>
            </p:nvSpPr>
            <p:spPr>
              <a:xfrm>
                <a:off x="6982954" y="1615124"/>
                <a:ext cx="307050" cy="194714"/>
              </a:xfrm>
              <a:custGeom>
                <a:avLst/>
                <a:gdLst/>
                <a:ahLst/>
                <a:cxnLst/>
                <a:rect l="l" t="t" r="r" b="b"/>
                <a:pathLst>
                  <a:path w="344" h="218" extrusionOk="0">
                    <a:moveTo>
                      <a:pt x="38" y="175"/>
                    </a:moveTo>
                    <a:cubicBezTo>
                      <a:pt x="38" y="175"/>
                      <a:pt x="93" y="160"/>
                      <a:pt x="116" y="109"/>
                    </a:cubicBezTo>
                    <a:cubicBezTo>
                      <a:pt x="116" y="109"/>
                      <a:pt x="163" y="212"/>
                      <a:pt x="290" y="218"/>
                    </a:cubicBezTo>
                    <a:cubicBezTo>
                      <a:pt x="290" y="218"/>
                      <a:pt x="293" y="164"/>
                      <a:pt x="344" y="175"/>
                    </a:cubicBezTo>
                    <a:cubicBezTo>
                      <a:pt x="344" y="175"/>
                      <a:pt x="340" y="87"/>
                      <a:pt x="280" y="44"/>
                    </a:cubicBezTo>
                    <a:cubicBezTo>
                      <a:pt x="219" y="0"/>
                      <a:pt x="137" y="38"/>
                      <a:pt x="137" y="38"/>
                    </a:cubicBezTo>
                    <a:cubicBezTo>
                      <a:pt x="137" y="38"/>
                      <a:pt x="120" y="18"/>
                      <a:pt x="75" y="35"/>
                    </a:cubicBezTo>
                    <a:cubicBezTo>
                      <a:pt x="30" y="52"/>
                      <a:pt x="0" y="177"/>
                      <a:pt x="0" y="177"/>
                    </a:cubicBezTo>
                    <a:cubicBezTo>
                      <a:pt x="0" y="177"/>
                      <a:pt x="24" y="180"/>
                      <a:pt x="38" y="17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23"/>
              <p:cNvSpPr/>
              <p:nvPr/>
            </p:nvSpPr>
            <p:spPr>
              <a:xfrm>
                <a:off x="7394850" y="2367429"/>
                <a:ext cx="39487" cy="211054"/>
              </a:xfrm>
              <a:custGeom>
                <a:avLst/>
                <a:gdLst/>
                <a:ahLst/>
                <a:cxnLst/>
                <a:rect l="l" t="t" r="r" b="b"/>
                <a:pathLst>
                  <a:path w="44" h="237" extrusionOk="0">
                    <a:moveTo>
                      <a:pt x="0" y="119"/>
                    </a:moveTo>
                    <a:cubicBezTo>
                      <a:pt x="0" y="184"/>
                      <a:pt x="16" y="237"/>
                      <a:pt x="16" y="237"/>
                    </a:cubicBezTo>
                    <a:cubicBezTo>
                      <a:pt x="16" y="237"/>
                      <a:pt x="44" y="184"/>
                      <a:pt x="44" y="119"/>
                    </a:cubicBezTo>
                    <a:cubicBezTo>
                      <a:pt x="44" y="53"/>
                      <a:pt x="22" y="0"/>
                      <a:pt x="22" y="0"/>
                    </a:cubicBezTo>
                    <a:cubicBezTo>
                      <a:pt x="22" y="0"/>
                      <a:pt x="0" y="53"/>
                      <a:pt x="0" y="119"/>
                    </a:cubicBezTo>
                    <a:close/>
                  </a:path>
                </a:pathLst>
              </a:custGeom>
              <a:solidFill>
                <a:srgbClr val="2731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23"/>
              <p:cNvSpPr/>
              <p:nvPr/>
            </p:nvSpPr>
            <p:spPr>
              <a:xfrm>
                <a:off x="7071461" y="2201990"/>
                <a:ext cx="322709" cy="447298"/>
              </a:xfrm>
              <a:custGeom>
                <a:avLst/>
                <a:gdLst/>
                <a:ahLst/>
                <a:cxnLst/>
                <a:rect l="l" t="t" r="r" b="b"/>
                <a:pathLst>
                  <a:path w="362" h="501" extrusionOk="0">
                    <a:moveTo>
                      <a:pt x="19" y="25"/>
                    </a:moveTo>
                    <a:cubicBezTo>
                      <a:pt x="312" y="0"/>
                      <a:pt x="312" y="0"/>
                      <a:pt x="312" y="0"/>
                    </a:cubicBezTo>
                    <a:cubicBezTo>
                      <a:pt x="319" y="1"/>
                      <a:pt x="325" y="7"/>
                      <a:pt x="326" y="15"/>
                    </a:cubicBezTo>
                    <a:cubicBezTo>
                      <a:pt x="361" y="459"/>
                      <a:pt x="361" y="459"/>
                      <a:pt x="361" y="459"/>
                    </a:cubicBezTo>
                    <a:cubicBezTo>
                      <a:pt x="362" y="469"/>
                      <a:pt x="353" y="477"/>
                      <a:pt x="343" y="476"/>
                    </a:cubicBezTo>
                    <a:cubicBezTo>
                      <a:pt x="50" y="501"/>
                      <a:pt x="50" y="501"/>
                      <a:pt x="50" y="501"/>
                    </a:cubicBezTo>
                    <a:cubicBezTo>
                      <a:pt x="42" y="500"/>
                      <a:pt x="36" y="494"/>
                      <a:pt x="36" y="486"/>
                    </a:cubicBezTo>
                    <a:cubicBezTo>
                      <a:pt x="1" y="43"/>
                      <a:pt x="1" y="43"/>
                      <a:pt x="1" y="43"/>
                    </a:cubicBezTo>
                    <a:cubicBezTo>
                      <a:pt x="0" y="33"/>
                      <a:pt x="9" y="24"/>
                      <a:pt x="19" y="25"/>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23"/>
              <p:cNvSpPr/>
              <p:nvPr/>
            </p:nvSpPr>
            <p:spPr>
              <a:xfrm>
                <a:off x="7197413" y="2319091"/>
                <a:ext cx="70800" cy="723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23"/>
              <p:cNvSpPr/>
              <p:nvPr/>
            </p:nvSpPr>
            <p:spPr>
              <a:xfrm>
                <a:off x="7270941" y="2312283"/>
                <a:ext cx="171567" cy="204927"/>
              </a:xfrm>
              <a:custGeom>
                <a:avLst/>
                <a:gdLst/>
                <a:ahLst/>
                <a:cxnLst/>
                <a:rect l="l" t="t" r="r" b="b"/>
                <a:pathLst>
                  <a:path w="192" h="230" extrusionOk="0">
                    <a:moveTo>
                      <a:pt x="128" y="230"/>
                    </a:moveTo>
                    <a:cubicBezTo>
                      <a:pt x="146" y="224"/>
                      <a:pt x="174" y="212"/>
                      <a:pt x="180" y="189"/>
                    </a:cubicBezTo>
                    <a:cubicBezTo>
                      <a:pt x="190" y="155"/>
                      <a:pt x="192" y="61"/>
                      <a:pt x="174" y="45"/>
                    </a:cubicBezTo>
                    <a:cubicBezTo>
                      <a:pt x="156" y="29"/>
                      <a:pt x="27" y="0"/>
                      <a:pt x="27" y="0"/>
                    </a:cubicBezTo>
                    <a:cubicBezTo>
                      <a:pt x="27" y="0"/>
                      <a:pt x="21" y="26"/>
                      <a:pt x="45" y="36"/>
                    </a:cubicBezTo>
                    <a:cubicBezTo>
                      <a:pt x="69" y="45"/>
                      <a:pt x="133" y="64"/>
                      <a:pt x="133" y="64"/>
                    </a:cubicBezTo>
                    <a:cubicBezTo>
                      <a:pt x="3" y="59"/>
                      <a:pt x="3" y="59"/>
                      <a:pt x="3" y="59"/>
                    </a:cubicBezTo>
                    <a:cubicBezTo>
                      <a:pt x="3" y="59"/>
                      <a:pt x="0" y="77"/>
                      <a:pt x="15" y="86"/>
                    </a:cubicBezTo>
                    <a:cubicBezTo>
                      <a:pt x="30" y="95"/>
                      <a:pt x="116" y="97"/>
                      <a:pt x="116" y="97"/>
                    </a:cubicBezTo>
                    <a:cubicBezTo>
                      <a:pt x="10" y="95"/>
                      <a:pt x="10" y="95"/>
                      <a:pt x="10" y="95"/>
                    </a:cubicBezTo>
                    <a:cubicBezTo>
                      <a:pt x="10" y="95"/>
                      <a:pt x="7" y="120"/>
                      <a:pt x="35" y="123"/>
                    </a:cubicBezTo>
                    <a:cubicBezTo>
                      <a:pt x="62" y="126"/>
                      <a:pt x="126" y="132"/>
                      <a:pt x="126" y="132"/>
                    </a:cubicBezTo>
                    <a:cubicBezTo>
                      <a:pt x="52" y="129"/>
                      <a:pt x="52" y="129"/>
                      <a:pt x="52" y="129"/>
                    </a:cubicBezTo>
                    <a:cubicBezTo>
                      <a:pt x="52" y="129"/>
                      <a:pt x="53" y="154"/>
                      <a:pt x="79" y="157"/>
                    </a:cubicBezTo>
                    <a:cubicBezTo>
                      <a:pt x="98" y="159"/>
                      <a:pt x="123" y="163"/>
                      <a:pt x="123" y="163"/>
                    </a:cubicBezTo>
                    <a:lnTo>
                      <a:pt x="128" y="23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23"/>
              <p:cNvSpPr/>
              <p:nvPr/>
            </p:nvSpPr>
            <p:spPr>
              <a:xfrm>
                <a:off x="7104140" y="1805073"/>
                <a:ext cx="27233" cy="47657"/>
              </a:xfrm>
              <a:custGeom>
                <a:avLst/>
                <a:gdLst/>
                <a:ahLst/>
                <a:cxnLst/>
                <a:rect l="l" t="t" r="r" b="b"/>
                <a:pathLst>
                  <a:path w="30" h="53" extrusionOk="0">
                    <a:moveTo>
                      <a:pt x="0" y="0"/>
                    </a:moveTo>
                    <a:cubicBezTo>
                      <a:pt x="19" y="2"/>
                      <a:pt x="19" y="2"/>
                      <a:pt x="19" y="2"/>
                    </a:cubicBezTo>
                    <a:cubicBezTo>
                      <a:pt x="26" y="3"/>
                      <a:pt x="30" y="15"/>
                      <a:pt x="28" y="28"/>
                    </a:cubicBezTo>
                    <a:cubicBezTo>
                      <a:pt x="27" y="42"/>
                      <a:pt x="20" y="53"/>
                      <a:pt x="14" y="52"/>
                    </a:cubicBezTo>
                    <a:cubicBezTo>
                      <a:pt x="8" y="51"/>
                      <a:pt x="4" y="40"/>
                      <a:pt x="5" y="26"/>
                    </a:cubicBezTo>
                    <a:cubicBezTo>
                      <a:pt x="6" y="20"/>
                      <a:pt x="7" y="15"/>
                      <a:pt x="9" y="11"/>
                    </a:cubicBezTo>
                    <a:lnTo>
                      <a:pt x="0"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97" name="Google Shape;597;p23"/>
            <p:cNvGrpSpPr/>
            <p:nvPr/>
          </p:nvGrpSpPr>
          <p:grpSpPr>
            <a:xfrm>
              <a:off x="5350825" y="945922"/>
              <a:ext cx="669524" cy="947131"/>
              <a:chOff x="6000261" y="1225220"/>
              <a:chExt cx="627600" cy="887824"/>
            </a:xfrm>
          </p:grpSpPr>
          <p:sp>
            <p:nvSpPr>
              <p:cNvPr id="598" name="Google Shape;598;p23"/>
              <p:cNvSpPr/>
              <p:nvPr/>
            </p:nvSpPr>
            <p:spPr>
              <a:xfrm>
                <a:off x="6000261" y="1293145"/>
                <a:ext cx="627600" cy="8199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9" name="Google Shape;599;p23"/>
              <p:cNvSpPr/>
              <p:nvPr/>
            </p:nvSpPr>
            <p:spPr>
              <a:xfrm>
                <a:off x="6000261" y="1225220"/>
                <a:ext cx="627579" cy="6792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0" name="Google Shape;600;p23"/>
              <p:cNvSpPr/>
              <p:nvPr/>
            </p:nvSpPr>
            <p:spPr>
              <a:xfrm>
                <a:off x="6029918"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23"/>
              <p:cNvSpPr/>
              <p:nvPr/>
            </p:nvSpPr>
            <p:spPr>
              <a:xfrm>
                <a:off x="6077752"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23"/>
              <p:cNvSpPr/>
              <p:nvPr/>
            </p:nvSpPr>
            <p:spPr>
              <a:xfrm>
                <a:off x="6126543" y="1243398"/>
                <a:ext cx="306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23"/>
              <p:cNvSpPr/>
              <p:nvPr/>
            </p:nvSpPr>
            <p:spPr>
              <a:xfrm>
                <a:off x="6100712" y="1671989"/>
                <a:ext cx="97500" cy="142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4" name="Google Shape;604;p23"/>
              <p:cNvSpPr/>
              <p:nvPr/>
            </p:nvSpPr>
            <p:spPr>
              <a:xfrm>
                <a:off x="6248997" y="1573451"/>
                <a:ext cx="98400" cy="241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5" name="Google Shape;605;p23"/>
              <p:cNvSpPr/>
              <p:nvPr/>
            </p:nvSpPr>
            <p:spPr>
              <a:xfrm>
                <a:off x="6397281" y="1484480"/>
                <a:ext cx="97500" cy="330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6" name="Google Shape;606;p23"/>
              <p:cNvSpPr/>
              <p:nvPr/>
            </p:nvSpPr>
            <p:spPr>
              <a:xfrm>
                <a:off x="6135152" y="1338108"/>
                <a:ext cx="308049" cy="309007"/>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23"/>
              <p:cNvSpPr/>
              <p:nvPr/>
            </p:nvSpPr>
            <p:spPr>
              <a:xfrm>
                <a:off x="6072012" y="1876717"/>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23"/>
              <p:cNvSpPr/>
              <p:nvPr/>
            </p:nvSpPr>
            <p:spPr>
              <a:xfrm>
                <a:off x="6072012" y="1929334"/>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23"/>
              <p:cNvSpPr/>
              <p:nvPr/>
            </p:nvSpPr>
            <p:spPr>
              <a:xfrm>
                <a:off x="6124629" y="1981952"/>
                <a:ext cx="3777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23"/>
              <p:cNvSpPr/>
              <p:nvPr/>
            </p:nvSpPr>
            <p:spPr>
              <a:xfrm>
                <a:off x="6192553" y="2034569"/>
                <a:ext cx="2421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1" name="Google Shape;611;p23"/>
            <p:cNvGrpSpPr/>
            <p:nvPr/>
          </p:nvGrpSpPr>
          <p:grpSpPr>
            <a:xfrm flipH="1">
              <a:off x="6374171" y="713259"/>
              <a:ext cx="588491" cy="951052"/>
              <a:chOff x="1062996" y="1340396"/>
              <a:chExt cx="588491" cy="951052"/>
            </a:xfrm>
          </p:grpSpPr>
          <p:sp>
            <p:nvSpPr>
              <p:cNvPr id="612" name="Google Shape;612;p23"/>
              <p:cNvSpPr/>
              <p:nvPr/>
            </p:nvSpPr>
            <p:spPr>
              <a:xfrm flipH="1">
                <a:off x="1127696" y="1466525"/>
                <a:ext cx="521965" cy="813973"/>
              </a:xfrm>
              <a:custGeom>
                <a:avLst/>
                <a:gdLst/>
                <a:ahLst/>
                <a:cxnLst/>
                <a:rect l="l" t="t" r="r" b="b"/>
                <a:pathLst>
                  <a:path w="313" h="487" extrusionOk="0">
                    <a:moveTo>
                      <a:pt x="115" y="395"/>
                    </a:moveTo>
                    <a:cubicBezTo>
                      <a:pt x="111" y="399"/>
                      <a:pt x="109" y="403"/>
                      <a:pt x="106" y="406"/>
                    </a:cubicBezTo>
                    <a:cubicBezTo>
                      <a:pt x="79" y="435"/>
                      <a:pt x="34" y="470"/>
                      <a:pt x="11" y="487"/>
                    </a:cubicBezTo>
                    <a:cubicBezTo>
                      <a:pt x="8" y="485"/>
                      <a:pt x="4" y="483"/>
                      <a:pt x="0" y="480"/>
                    </a:cubicBezTo>
                    <a:cubicBezTo>
                      <a:pt x="5" y="452"/>
                      <a:pt x="16" y="396"/>
                      <a:pt x="29" y="359"/>
                    </a:cubicBezTo>
                    <a:cubicBezTo>
                      <a:pt x="31" y="356"/>
                      <a:pt x="32" y="351"/>
                      <a:pt x="35" y="346"/>
                    </a:cubicBezTo>
                    <a:cubicBezTo>
                      <a:pt x="71" y="277"/>
                      <a:pt x="234" y="51"/>
                      <a:pt x="266" y="6"/>
                    </a:cubicBezTo>
                    <a:cubicBezTo>
                      <a:pt x="269" y="2"/>
                      <a:pt x="273" y="0"/>
                      <a:pt x="276" y="2"/>
                    </a:cubicBezTo>
                    <a:cubicBezTo>
                      <a:pt x="310" y="23"/>
                      <a:pt x="310" y="23"/>
                      <a:pt x="310" y="23"/>
                    </a:cubicBezTo>
                    <a:cubicBezTo>
                      <a:pt x="313" y="24"/>
                      <a:pt x="313" y="29"/>
                      <a:pt x="311" y="34"/>
                    </a:cubicBezTo>
                    <a:cubicBezTo>
                      <a:pt x="286" y="82"/>
                      <a:pt x="159" y="331"/>
                      <a:pt x="115" y="39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23"/>
              <p:cNvSpPr/>
              <p:nvPr/>
            </p:nvSpPr>
            <p:spPr>
              <a:xfrm flipH="1">
                <a:off x="1458031" y="2045067"/>
                <a:ext cx="191631" cy="235432"/>
              </a:xfrm>
              <a:custGeom>
                <a:avLst/>
                <a:gdLst/>
                <a:ahLst/>
                <a:cxnLst/>
                <a:rect l="l" t="t" r="r" b="b"/>
                <a:pathLst>
                  <a:path w="115" h="141" extrusionOk="0">
                    <a:moveTo>
                      <a:pt x="115" y="49"/>
                    </a:moveTo>
                    <a:cubicBezTo>
                      <a:pt x="111" y="53"/>
                      <a:pt x="109" y="57"/>
                      <a:pt x="106" y="60"/>
                    </a:cubicBezTo>
                    <a:cubicBezTo>
                      <a:pt x="79" y="89"/>
                      <a:pt x="34" y="124"/>
                      <a:pt x="11" y="141"/>
                    </a:cubicBezTo>
                    <a:cubicBezTo>
                      <a:pt x="8" y="139"/>
                      <a:pt x="4" y="137"/>
                      <a:pt x="0" y="134"/>
                    </a:cubicBezTo>
                    <a:cubicBezTo>
                      <a:pt x="5" y="106"/>
                      <a:pt x="16" y="50"/>
                      <a:pt x="29" y="13"/>
                    </a:cubicBezTo>
                    <a:cubicBezTo>
                      <a:pt x="31" y="10"/>
                      <a:pt x="32" y="5"/>
                      <a:pt x="35" y="0"/>
                    </a:cubicBezTo>
                    <a:lnTo>
                      <a:pt x="115" y="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23"/>
              <p:cNvSpPr/>
              <p:nvPr/>
            </p:nvSpPr>
            <p:spPr>
              <a:xfrm flipH="1">
                <a:off x="1622286" y="2258597"/>
                <a:ext cx="29201" cy="32851"/>
              </a:xfrm>
              <a:custGeom>
                <a:avLst/>
                <a:gdLst/>
                <a:ahLst/>
                <a:cxnLst/>
                <a:rect l="l" t="t" r="r" b="b"/>
                <a:pathLst>
                  <a:path w="18" h="20" extrusionOk="0">
                    <a:moveTo>
                      <a:pt x="2" y="0"/>
                    </a:moveTo>
                    <a:cubicBezTo>
                      <a:pt x="0" y="13"/>
                      <a:pt x="0" y="13"/>
                      <a:pt x="0" y="13"/>
                    </a:cubicBezTo>
                    <a:cubicBezTo>
                      <a:pt x="0" y="17"/>
                      <a:pt x="4" y="20"/>
                      <a:pt x="8" y="17"/>
                    </a:cubicBezTo>
                    <a:cubicBezTo>
                      <a:pt x="18" y="10"/>
                      <a:pt x="18" y="10"/>
                      <a:pt x="18" y="10"/>
                    </a:cubicBezTo>
                    <a:lnTo>
                      <a:pt x="2"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23"/>
              <p:cNvSpPr/>
              <p:nvPr/>
            </p:nvSpPr>
            <p:spPr>
              <a:xfrm flipH="1">
                <a:off x="1062996" y="1340396"/>
                <a:ext cx="98553" cy="107679"/>
              </a:xfrm>
              <a:custGeom>
                <a:avLst/>
                <a:gdLst/>
                <a:ahLst/>
                <a:cxnLst/>
                <a:rect l="l" t="t" r="r" b="b"/>
                <a:pathLst>
                  <a:path w="59" h="64" extrusionOk="0">
                    <a:moveTo>
                      <a:pt x="47" y="5"/>
                    </a:moveTo>
                    <a:cubicBezTo>
                      <a:pt x="47" y="5"/>
                      <a:pt x="47" y="5"/>
                      <a:pt x="47" y="5"/>
                    </a:cubicBezTo>
                    <a:cubicBezTo>
                      <a:pt x="37" y="0"/>
                      <a:pt x="26" y="3"/>
                      <a:pt x="20" y="12"/>
                    </a:cubicBezTo>
                    <a:cubicBezTo>
                      <a:pt x="0" y="44"/>
                      <a:pt x="0" y="44"/>
                      <a:pt x="0" y="44"/>
                    </a:cubicBezTo>
                    <a:cubicBezTo>
                      <a:pt x="33" y="64"/>
                      <a:pt x="33" y="64"/>
                      <a:pt x="33" y="64"/>
                    </a:cubicBezTo>
                    <a:cubicBezTo>
                      <a:pt x="53" y="32"/>
                      <a:pt x="53" y="32"/>
                      <a:pt x="53" y="32"/>
                    </a:cubicBezTo>
                    <a:cubicBezTo>
                      <a:pt x="59" y="23"/>
                      <a:pt x="56" y="11"/>
                      <a:pt x="47" y="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23"/>
              <p:cNvSpPr/>
              <p:nvPr/>
            </p:nvSpPr>
            <p:spPr>
              <a:xfrm flipH="1">
                <a:off x="1071120" y="1472001"/>
                <a:ext cx="155130" cy="366836"/>
              </a:xfrm>
              <a:custGeom>
                <a:avLst/>
                <a:gdLst/>
                <a:ahLst/>
                <a:cxnLst/>
                <a:rect l="l" t="t" r="r" b="b"/>
                <a:pathLst>
                  <a:path w="93" h="220" extrusionOk="0">
                    <a:moveTo>
                      <a:pt x="0" y="216"/>
                    </a:moveTo>
                    <a:cubicBezTo>
                      <a:pt x="76" y="34"/>
                      <a:pt x="76" y="34"/>
                      <a:pt x="76" y="34"/>
                    </a:cubicBezTo>
                    <a:cubicBezTo>
                      <a:pt x="77" y="32"/>
                      <a:pt x="76" y="31"/>
                      <a:pt x="75" y="30"/>
                    </a:cubicBezTo>
                    <a:cubicBezTo>
                      <a:pt x="46" y="12"/>
                      <a:pt x="46" y="12"/>
                      <a:pt x="46" y="12"/>
                    </a:cubicBezTo>
                    <a:cubicBezTo>
                      <a:pt x="54" y="0"/>
                      <a:pt x="54" y="0"/>
                      <a:pt x="54" y="0"/>
                    </a:cubicBezTo>
                    <a:cubicBezTo>
                      <a:pt x="83" y="17"/>
                      <a:pt x="83" y="17"/>
                      <a:pt x="83" y="17"/>
                    </a:cubicBezTo>
                    <a:cubicBezTo>
                      <a:pt x="90" y="22"/>
                      <a:pt x="93" y="31"/>
                      <a:pt x="90" y="40"/>
                    </a:cubicBezTo>
                    <a:cubicBezTo>
                      <a:pt x="90" y="40"/>
                      <a:pt x="29" y="185"/>
                      <a:pt x="22" y="203"/>
                    </a:cubicBezTo>
                    <a:cubicBezTo>
                      <a:pt x="15" y="220"/>
                      <a:pt x="0" y="216"/>
                      <a:pt x="0" y="21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23"/>
              <p:cNvSpPr/>
              <p:nvPr/>
            </p:nvSpPr>
            <p:spPr>
              <a:xfrm flipH="1">
                <a:off x="1089372" y="1408123"/>
                <a:ext cx="142354" cy="118629"/>
              </a:xfrm>
              <a:custGeom>
                <a:avLst/>
                <a:gdLst/>
                <a:ahLst/>
                <a:cxnLst/>
                <a:rect l="l" t="t" r="r" b="b"/>
                <a:pathLst>
                  <a:path w="85" h="71" extrusionOk="0">
                    <a:moveTo>
                      <a:pt x="83" y="39"/>
                    </a:moveTo>
                    <a:cubicBezTo>
                      <a:pt x="21" y="2"/>
                      <a:pt x="21" y="2"/>
                      <a:pt x="21" y="2"/>
                    </a:cubicBezTo>
                    <a:cubicBezTo>
                      <a:pt x="19" y="0"/>
                      <a:pt x="16" y="2"/>
                      <a:pt x="14" y="4"/>
                    </a:cubicBezTo>
                    <a:cubicBezTo>
                      <a:pt x="2" y="25"/>
                      <a:pt x="2" y="25"/>
                      <a:pt x="2" y="25"/>
                    </a:cubicBezTo>
                    <a:cubicBezTo>
                      <a:pt x="0" y="28"/>
                      <a:pt x="0" y="31"/>
                      <a:pt x="2" y="32"/>
                    </a:cubicBezTo>
                    <a:cubicBezTo>
                      <a:pt x="64" y="70"/>
                      <a:pt x="64" y="70"/>
                      <a:pt x="64" y="70"/>
                    </a:cubicBezTo>
                    <a:cubicBezTo>
                      <a:pt x="67" y="71"/>
                      <a:pt x="70" y="70"/>
                      <a:pt x="71" y="67"/>
                    </a:cubicBezTo>
                    <a:cubicBezTo>
                      <a:pt x="84" y="47"/>
                      <a:pt x="84" y="47"/>
                      <a:pt x="84" y="47"/>
                    </a:cubicBezTo>
                    <a:cubicBezTo>
                      <a:pt x="85" y="44"/>
                      <a:pt x="85" y="41"/>
                      <a:pt x="83" y="39"/>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8" name="Google Shape;618;p23"/>
            <p:cNvGrpSpPr/>
            <p:nvPr/>
          </p:nvGrpSpPr>
          <p:grpSpPr>
            <a:xfrm>
              <a:off x="4997878" y="2657014"/>
              <a:ext cx="471946" cy="712345"/>
              <a:chOff x="2047101" y="2145599"/>
              <a:chExt cx="407553" cy="615151"/>
            </a:xfrm>
          </p:grpSpPr>
          <p:sp>
            <p:nvSpPr>
              <p:cNvPr id="619" name="Google Shape;619;p23"/>
              <p:cNvSpPr/>
              <p:nvPr/>
            </p:nvSpPr>
            <p:spPr>
              <a:xfrm>
                <a:off x="2047101" y="2145599"/>
                <a:ext cx="407553" cy="615151"/>
              </a:xfrm>
              <a:custGeom>
                <a:avLst/>
                <a:gdLst/>
                <a:ahLst/>
                <a:cxnLst/>
                <a:rect l="l" t="t" r="r" b="b"/>
                <a:pathLst>
                  <a:path w="879" h="1325" extrusionOk="0">
                    <a:moveTo>
                      <a:pt x="879" y="55"/>
                    </a:moveTo>
                    <a:cubicBezTo>
                      <a:pt x="879" y="1270"/>
                      <a:pt x="879" y="1270"/>
                      <a:pt x="879" y="1270"/>
                    </a:cubicBezTo>
                    <a:cubicBezTo>
                      <a:pt x="879" y="1300"/>
                      <a:pt x="854" y="1325"/>
                      <a:pt x="824" y="1325"/>
                    </a:cubicBezTo>
                    <a:cubicBezTo>
                      <a:pt x="55" y="1325"/>
                      <a:pt x="55" y="1325"/>
                      <a:pt x="55" y="1325"/>
                    </a:cubicBezTo>
                    <a:cubicBezTo>
                      <a:pt x="25" y="1325"/>
                      <a:pt x="0" y="1300"/>
                      <a:pt x="0" y="1270"/>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23"/>
              <p:cNvSpPr/>
              <p:nvPr/>
            </p:nvSpPr>
            <p:spPr>
              <a:xfrm>
                <a:off x="2047101" y="2145599"/>
                <a:ext cx="407553" cy="203528"/>
              </a:xfrm>
              <a:custGeom>
                <a:avLst/>
                <a:gdLst/>
                <a:ahLst/>
                <a:cxnLst/>
                <a:rect l="l" t="t" r="r" b="b"/>
                <a:pathLst>
                  <a:path w="879" h="439" extrusionOk="0">
                    <a:moveTo>
                      <a:pt x="879" y="55"/>
                    </a:moveTo>
                    <a:cubicBezTo>
                      <a:pt x="879" y="439"/>
                      <a:pt x="879" y="439"/>
                      <a:pt x="879" y="439"/>
                    </a:cubicBezTo>
                    <a:cubicBezTo>
                      <a:pt x="0" y="439"/>
                      <a:pt x="0" y="439"/>
                      <a:pt x="0" y="439"/>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23"/>
              <p:cNvSpPr/>
              <p:nvPr/>
            </p:nvSpPr>
            <p:spPr>
              <a:xfrm>
                <a:off x="2080091" y="2234928"/>
                <a:ext cx="341100" cy="864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23"/>
              <p:cNvSpPr/>
              <p:nvPr/>
            </p:nvSpPr>
            <p:spPr>
              <a:xfrm>
                <a:off x="2207483" y="2234928"/>
                <a:ext cx="194894" cy="86283"/>
              </a:xfrm>
              <a:custGeom>
                <a:avLst/>
                <a:gdLst/>
                <a:ahLst/>
                <a:cxnLst/>
                <a:rect l="l" t="t" r="r" b="b"/>
                <a:pathLst>
                  <a:path w="384" h="170" extrusionOk="0">
                    <a:moveTo>
                      <a:pt x="384" y="0"/>
                    </a:moveTo>
                    <a:lnTo>
                      <a:pt x="270" y="170"/>
                    </a:lnTo>
                    <a:lnTo>
                      <a:pt x="0" y="170"/>
                    </a:lnTo>
                    <a:lnTo>
                      <a:pt x="113" y="0"/>
                    </a:lnTo>
                    <a:lnTo>
                      <a:pt x="38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23"/>
              <p:cNvSpPr/>
              <p:nvPr/>
            </p:nvSpPr>
            <p:spPr>
              <a:xfrm>
                <a:off x="2089734" y="2234928"/>
                <a:ext cx="125869" cy="86283"/>
              </a:xfrm>
              <a:custGeom>
                <a:avLst/>
                <a:gdLst/>
                <a:ahLst/>
                <a:cxnLst/>
                <a:rect l="l" t="t" r="r" b="b"/>
                <a:pathLst>
                  <a:path w="248" h="170" extrusionOk="0">
                    <a:moveTo>
                      <a:pt x="248" y="0"/>
                    </a:moveTo>
                    <a:lnTo>
                      <a:pt x="135" y="170"/>
                    </a:lnTo>
                    <a:lnTo>
                      <a:pt x="0" y="170"/>
                    </a:lnTo>
                    <a:lnTo>
                      <a:pt x="113" y="0"/>
                    </a:lnTo>
                    <a:lnTo>
                      <a:pt x="2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4" name="Google Shape;624;p23"/>
              <p:cNvSpPr/>
              <p:nvPr/>
            </p:nvSpPr>
            <p:spPr>
              <a:xfrm>
                <a:off x="2080091" y="2420691"/>
                <a:ext cx="72070" cy="49740"/>
              </a:xfrm>
              <a:custGeom>
                <a:avLst/>
                <a:gdLst/>
                <a:ahLst/>
                <a:cxnLst/>
                <a:rect l="l" t="t" r="r" b="b"/>
                <a:pathLst>
                  <a:path w="155" h="107" extrusionOk="0">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5" name="Google Shape;625;p23"/>
              <p:cNvSpPr/>
              <p:nvPr/>
            </p:nvSpPr>
            <p:spPr>
              <a:xfrm>
                <a:off x="2169925" y="2420691"/>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23"/>
              <p:cNvSpPr/>
              <p:nvPr/>
            </p:nvSpPr>
            <p:spPr>
              <a:xfrm>
                <a:off x="2259252" y="2420691"/>
                <a:ext cx="72578"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23"/>
              <p:cNvSpPr/>
              <p:nvPr/>
            </p:nvSpPr>
            <p:spPr>
              <a:xfrm>
                <a:off x="2349086" y="2420691"/>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23"/>
              <p:cNvSpPr/>
              <p:nvPr/>
            </p:nvSpPr>
            <p:spPr>
              <a:xfrm>
                <a:off x="2080091" y="2486165"/>
                <a:ext cx="72070" cy="49740"/>
              </a:xfrm>
              <a:custGeom>
                <a:avLst/>
                <a:gdLst/>
                <a:ahLst/>
                <a:cxnLst/>
                <a:rect l="l" t="t" r="r" b="b"/>
                <a:pathLst>
                  <a:path w="155" h="107" extrusionOk="0">
                    <a:moveTo>
                      <a:pt x="131" y="0"/>
                    </a:moveTo>
                    <a:cubicBezTo>
                      <a:pt x="24" y="0"/>
                      <a:pt x="24" y="0"/>
                      <a:pt x="24" y="0"/>
                    </a:cubicBezTo>
                    <a:cubicBezTo>
                      <a:pt x="11" y="0"/>
                      <a:pt x="0" y="11"/>
                      <a:pt x="0" y="25"/>
                    </a:cubicBezTo>
                    <a:cubicBezTo>
                      <a:pt x="0" y="81"/>
                      <a:pt x="0" y="81"/>
                      <a:pt x="0" y="81"/>
                    </a:cubicBezTo>
                    <a:cubicBezTo>
                      <a:pt x="0" y="95"/>
                      <a:pt x="11" y="107"/>
                      <a:pt x="24" y="107"/>
                    </a:cubicBezTo>
                    <a:cubicBezTo>
                      <a:pt x="131" y="107"/>
                      <a:pt x="131" y="107"/>
                      <a:pt x="131" y="107"/>
                    </a:cubicBezTo>
                    <a:cubicBezTo>
                      <a:pt x="145" y="107"/>
                      <a:pt x="155" y="95"/>
                      <a:pt x="155" y="81"/>
                    </a:cubicBezTo>
                    <a:cubicBezTo>
                      <a:pt x="155" y="25"/>
                      <a:pt x="155" y="25"/>
                      <a:pt x="155" y="25"/>
                    </a:cubicBezTo>
                    <a:cubicBezTo>
                      <a:pt x="155"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23"/>
              <p:cNvSpPr/>
              <p:nvPr/>
            </p:nvSpPr>
            <p:spPr>
              <a:xfrm>
                <a:off x="2169925" y="2486165"/>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23"/>
              <p:cNvSpPr/>
              <p:nvPr/>
            </p:nvSpPr>
            <p:spPr>
              <a:xfrm>
                <a:off x="2259252" y="2486165"/>
                <a:ext cx="72578"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23"/>
              <p:cNvSpPr/>
              <p:nvPr/>
            </p:nvSpPr>
            <p:spPr>
              <a:xfrm>
                <a:off x="2349086" y="2486165"/>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2" name="Google Shape;632;p23"/>
              <p:cNvSpPr/>
              <p:nvPr/>
            </p:nvSpPr>
            <p:spPr>
              <a:xfrm>
                <a:off x="2080091" y="2551131"/>
                <a:ext cx="72070" cy="49740"/>
              </a:xfrm>
              <a:custGeom>
                <a:avLst/>
                <a:gdLst/>
                <a:ahLst/>
                <a:cxnLst/>
                <a:rect l="l" t="t" r="r" b="b"/>
                <a:pathLst>
                  <a:path w="155" h="107" extrusionOk="0">
                    <a:moveTo>
                      <a:pt x="131" y="0"/>
                    </a:moveTo>
                    <a:cubicBezTo>
                      <a:pt x="24" y="0"/>
                      <a:pt x="24" y="0"/>
                      <a:pt x="24" y="0"/>
                    </a:cubicBezTo>
                    <a:cubicBezTo>
                      <a:pt x="11" y="0"/>
                      <a:pt x="0" y="11"/>
                      <a:pt x="0" y="25"/>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5"/>
                      <a:pt x="155" y="25"/>
                      <a:pt x="155" y="25"/>
                    </a:cubicBezTo>
                    <a:cubicBezTo>
                      <a:pt x="155"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23"/>
              <p:cNvSpPr/>
              <p:nvPr/>
            </p:nvSpPr>
            <p:spPr>
              <a:xfrm>
                <a:off x="2169925" y="2551131"/>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23"/>
              <p:cNvSpPr/>
              <p:nvPr/>
            </p:nvSpPr>
            <p:spPr>
              <a:xfrm>
                <a:off x="2259252" y="2551131"/>
                <a:ext cx="72578"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5" name="Google Shape;635;p23"/>
              <p:cNvSpPr/>
              <p:nvPr/>
            </p:nvSpPr>
            <p:spPr>
              <a:xfrm>
                <a:off x="2349086" y="2551131"/>
                <a:ext cx="72070" cy="49740"/>
              </a:xfrm>
              <a:custGeom>
                <a:avLst/>
                <a:gdLst/>
                <a:ahLst/>
                <a:cxnLst/>
                <a:rect l="l" t="t" r="r" b="b"/>
                <a:pathLst>
                  <a:path w="156" h="107" extrusionOk="0">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23"/>
              <p:cNvSpPr/>
              <p:nvPr/>
            </p:nvSpPr>
            <p:spPr>
              <a:xfrm>
                <a:off x="2080091" y="2616098"/>
                <a:ext cx="72070" cy="49740"/>
              </a:xfrm>
              <a:custGeom>
                <a:avLst/>
                <a:gdLst/>
                <a:ahLst/>
                <a:cxnLst/>
                <a:rect l="l" t="t" r="r" b="b"/>
                <a:pathLst>
                  <a:path w="155" h="107" extrusionOk="0">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23"/>
              <p:cNvSpPr/>
              <p:nvPr/>
            </p:nvSpPr>
            <p:spPr>
              <a:xfrm>
                <a:off x="2169925" y="2616098"/>
                <a:ext cx="72070"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23"/>
              <p:cNvSpPr/>
              <p:nvPr/>
            </p:nvSpPr>
            <p:spPr>
              <a:xfrm>
                <a:off x="2259252" y="2616098"/>
                <a:ext cx="72578" cy="49740"/>
              </a:xfrm>
              <a:custGeom>
                <a:avLst/>
                <a:gdLst/>
                <a:ahLst/>
                <a:cxnLst/>
                <a:rect l="l" t="t" r="r" b="b"/>
                <a:pathLst>
                  <a:path w="156" h="107" extrusionOk="0">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23"/>
              <p:cNvSpPr/>
              <p:nvPr/>
            </p:nvSpPr>
            <p:spPr>
              <a:xfrm>
                <a:off x="2080091" y="2681572"/>
                <a:ext cx="72070" cy="49232"/>
              </a:xfrm>
              <a:custGeom>
                <a:avLst/>
                <a:gdLst/>
                <a:ahLst/>
                <a:cxnLst/>
                <a:rect l="l" t="t" r="r" b="b"/>
                <a:pathLst>
                  <a:path w="155" h="106" extrusionOk="0">
                    <a:moveTo>
                      <a:pt x="131" y="0"/>
                    </a:moveTo>
                    <a:cubicBezTo>
                      <a:pt x="24" y="0"/>
                      <a:pt x="24" y="0"/>
                      <a:pt x="24" y="0"/>
                    </a:cubicBezTo>
                    <a:cubicBezTo>
                      <a:pt x="11" y="0"/>
                      <a:pt x="0" y="11"/>
                      <a:pt x="0" y="25"/>
                    </a:cubicBezTo>
                    <a:cubicBezTo>
                      <a:pt x="0" y="81"/>
                      <a:pt x="0" y="81"/>
                      <a:pt x="0" y="81"/>
                    </a:cubicBezTo>
                    <a:cubicBezTo>
                      <a:pt x="0" y="95"/>
                      <a:pt x="11" y="106"/>
                      <a:pt x="24" y="106"/>
                    </a:cubicBezTo>
                    <a:cubicBezTo>
                      <a:pt x="131" y="106"/>
                      <a:pt x="131" y="106"/>
                      <a:pt x="131" y="106"/>
                    </a:cubicBezTo>
                    <a:cubicBezTo>
                      <a:pt x="145" y="106"/>
                      <a:pt x="155" y="95"/>
                      <a:pt x="155" y="81"/>
                    </a:cubicBezTo>
                    <a:cubicBezTo>
                      <a:pt x="155" y="25"/>
                      <a:pt x="155" y="25"/>
                      <a:pt x="155" y="25"/>
                    </a:cubicBezTo>
                    <a:cubicBezTo>
                      <a:pt x="155"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0" name="Google Shape;640;p23"/>
              <p:cNvSpPr/>
              <p:nvPr/>
            </p:nvSpPr>
            <p:spPr>
              <a:xfrm>
                <a:off x="2169925" y="2681572"/>
                <a:ext cx="72070" cy="49232"/>
              </a:xfrm>
              <a:custGeom>
                <a:avLst/>
                <a:gdLst/>
                <a:ahLst/>
                <a:cxnLst/>
                <a:rect l="l" t="t" r="r" b="b"/>
                <a:pathLst>
                  <a:path w="156" h="106" extrusionOk="0">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23"/>
              <p:cNvSpPr/>
              <p:nvPr/>
            </p:nvSpPr>
            <p:spPr>
              <a:xfrm>
                <a:off x="2259252" y="2681572"/>
                <a:ext cx="72578" cy="49232"/>
              </a:xfrm>
              <a:custGeom>
                <a:avLst/>
                <a:gdLst/>
                <a:ahLst/>
                <a:cxnLst/>
                <a:rect l="l" t="t" r="r" b="b"/>
                <a:pathLst>
                  <a:path w="156" h="106" extrusionOk="0">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2" name="Google Shape;642;p23"/>
              <p:cNvSpPr/>
              <p:nvPr/>
            </p:nvSpPr>
            <p:spPr>
              <a:xfrm>
                <a:off x="2349086" y="2616098"/>
                <a:ext cx="72070" cy="114706"/>
              </a:xfrm>
              <a:custGeom>
                <a:avLst/>
                <a:gdLst/>
                <a:ahLst/>
                <a:cxnLst/>
                <a:rect l="l" t="t" r="r" b="b"/>
                <a:pathLst>
                  <a:path w="156" h="247" extrusionOk="0">
                    <a:moveTo>
                      <a:pt x="156" y="26"/>
                    </a:moveTo>
                    <a:cubicBezTo>
                      <a:pt x="156" y="12"/>
                      <a:pt x="145" y="0"/>
                      <a:pt x="131" y="0"/>
                    </a:cubicBezTo>
                    <a:cubicBezTo>
                      <a:pt x="25" y="0"/>
                      <a:pt x="25" y="0"/>
                      <a:pt x="25" y="0"/>
                    </a:cubicBezTo>
                    <a:cubicBezTo>
                      <a:pt x="11" y="0"/>
                      <a:pt x="0" y="12"/>
                      <a:pt x="0" y="26"/>
                    </a:cubicBezTo>
                    <a:cubicBezTo>
                      <a:pt x="0" y="82"/>
                      <a:pt x="0" y="82"/>
                      <a:pt x="0" y="82"/>
                    </a:cubicBezTo>
                    <a:cubicBezTo>
                      <a:pt x="0" y="83"/>
                      <a:pt x="1" y="84"/>
                      <a:pt x="1" y="84"/>
                    </a:cubicBezTo>
                    <a:cubicBezTo>
                      <a:pt x="1" y="86"/>
                      <a:pt x="0" y="87"/>
                      <a:pt x="0" y="88"/>
                    </a:cubicBezTo>
                    <a:cubicBezTo>
                      <a:pt x="0" y="164"/>
                      <a:pt x="0" y="164"/>
                      <a:pt x="0" y="164"/>
                    </a:cubicBezTo>
                    <a:cubicBezTo>
                      <a:pt x="0" y="165"/>
                      <a:pt x="0" y="165"/>
                      <a:pt x="0" y="165"/>
                    </a:cubicBezTo>
                    <a:cubicBezTo>
                      <a:pt x="0" y="166"/>
                      <a:pt x="0" y="166"/>
                      <a:pt x="0" y="166"/>
                    </a:cubicBezTo>
                    <a:cubicBezTo>
                      <a:pt x="0" y="222"/>
                      <a:pt x="0" y="222"/>
                      <a:pt x="0" y="222"/>
                    </a:cubicBezTo>
                    <a:cubicBezTo>
                      <a:pt x="0" y="236"/>
                      <a:pt x="11" y="247"/>
                      <a:pt x="25" y="247"/>
                    </a:cubicBezTo>
                    <a:cubicBezTo>
                      <a:pt x="131" y="247"/>
                      <a:pt x="131" y="247"/>
                      <a:pt x="131" y="247"/>
                    </a:cubicBezTo>
                    <a:cubicBezTo>
                      <a:pt x="145" y="247"/>
                      <a:pt x="156" y="236"/>
                      <a:pt x="156" y="222"/>
                    </a:cubicBezTo>
                    <a:cubicBezTo>
                      <a:pt x="156" y="166"/>
                      <a:pt x="156" y="166"/>
                      <a:pt x="156" y="166"/>
                    </a:cubicBezTo>
                    <a:cubicBezTo>
                      <a:pt x="156" y="165"/>
                      <a:pt x="156" y="165"/>
                      <a:pt x="156" y="165"/>
                    </a:cubicBezTo>
                    <a:cubicBezTo>
                      <a:pt x="156" y="164"/>
                      <a:pt x="156" y="164"/>
                      <a:pt x="156" y="164"/>
                    </a:cubicBezTo>
                    <a:cubicBezTo>
                      <a:pt x="156" y="88"/>
                      <a:pt x="156" y="88"/>
                      <a:pt x="156" y="88"/>
                    </a:cubicBezTo>
                    <a:cubicBezTo>
                      <a:pt x="156" y="87"/>
                      <a:pt x="156" y="86"/>
                      <a:pt x="156" y="84"/>
                    </a:cubicBezTo>
                    <a:cubicBezTo>
                      <a:pt x="156" y="84"/>
                      <a:pt x="156" y="83"/>
                      <a:pt x="156" y="82"/>
                    </a:cubicBezTo>
                    <a:lnTo>
                      <a:pt x="156" y="2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23"/>
              <p:cNvSpPr/>
              <p:nvPr/>
            </p:nvSpPr>
            <p:spPr>
              <a:xfrm>
                <a:off x="2080091" y="2368413"/>
                <a:ext cx="65473" cy="34513"/>
              </a:xfrm>
              <a:custGeom>
                <a:avLst/>
                <a:gdLst/>
                <a:ahLst/>
                <a:cxnLst/>
                <a:rect l="l" t="t" r="r" b="b"/>
                <a:pathLst>
                  <a:path w="141" h="74" extrusionOk="0">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23"/>
              <p:cNvSpPr/>
              <p:nvPr/>
            </p:nvSpPr>
            <p:spPr>
              <a:xfrm>
                <a:off x="2355684" y="2368413"/>
                <a:ext cx="65473" cy="34513"/>
              </a:xfrm>
              <a:custGeom>
                <a:avLst/>
                <a:gdLst/>
                <a:ahLst/>
                <a:cxnLst/>
                <a:rect l="l" t="t" r="r" b="b"/>
                <a:pathLst>
                  <a:path w="141" h="74" extrusionOk="0">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23"/>
              <p:cNvSpPr/>
              <p:nvPr/>
            </p:nvSpPr>
            <p:spPr>
              <a:xfrm>
                <a:off x="2163327" y="2368413"/>
                <a:ext cx="49231"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23"/>
              <p:cNvSpPr/>
              <p:nvPr/>
            </p:nvSpPr>
            <p:spPr>
              <a:xfrm>
                <a:off x="2226262" y="2368413"/>
                <a:ext cx="49231"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3"/>
              <p:cNvSpPr/>
              <p:nvPr/>
            </p:nvSpPr>
            <p:spPr>
              <a:xfrm>
                <a:off x="2289704" y="2368413"/>
                <a:ext cx="48724" cy="34513"/>
              </a:xfrm>
              <a:custGeom>
                <a:avLst/>
                <a:gdLst/>
                <a:ahLst/>
                <a:cxnLst/>
                <a:rect l="l" t="t" r="r" b="b"/>
                <a:pathLst>
                  <a:path w="106" h="74" extrusionOk="0">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3"/>
              <p:cNvSpPr/>
              <p:nvPr/>
            </p:nvSpPr>
            <p:spPr>
              <a:xfrm>
                <a:off x="2080091" y="2179097"/>
                <a:ext cx="121302" cy="26900"/>
              </a:xfrm>
              <a:custGeom>
                <a:avLst/>
                <a:gdLst/>
                <a:ahLst/>
                <a:cxnLst/>
                <a:rect l="l" t="t" r="r" b="b"/>
                <a:pathLst>
                  <a:path w="261" h="58" extrusionOk="0">
                    <a:moveTo>
                      <a:pt x="232" y="0"/>
                    </a:moveTo>
                    <a:cubicBezTo>
                      <a:pt x="29" y="0"/>
                      <a:pt x="29" y="0"/>
                      <a:pt x="29" y="0"/>
                    </a:cubicBezTo>
                    <a:cubicBezTo>
                      <a:pt x="13" y="0"/>
                      <a:pt x="0" y="13"/>
                      <a:pt x="0" y="29"/>
                    </a:cubicBezTo>
                    <a:cubicBezTo>
                      <a:pt x="0" y="45"/>
                      <a:pt x="13" y="58"/>
                      <a:pt x="29" y="58"/>
                    </a:cubicBezTo>
                    <a:cubicBezTo>
                      <a:pt x="232" y="58"/>
                      <a:pt x="232" y="58"/>
                      <a:pt x="232" y="58"/>
                    </a:cubicBezTo>
                    <a:cubicBezTo>
                      <a:pt x="248" y="58"/>
                      <a:pt x="261" y="45"/>
                      <a:pt x="261" y="29"/>
                    </a:cubicBezTo>
                    <a:cubicBezTo>
                      <a:pt x="261" y="13"/>
                      <a:pt x="248" y="0"/>
                      <a:pt x="23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49" name="Google Shape;649;p23"/>
            <p:cNvGrpSpPr/>
            <p:nvPr/>
          </p:nvGrpSpPr>
          <p:grpSpPr>
            <a:xfrm>
              <a:off x="7164619" y="1316177"/>
              <a:ext cx="415198" cy="415198"/>
              <a:chOff x="1404969" y="1106377"/>
              <a:chExt cx="415198" cy="415198"/>
            </a:xfrm>
          </p:grpSpPr>
          <p:sp>
            <p:nvSpPr>
              <p:cNvPr id="650" name="Google Shape;650;p23"/>
              <p:cNvSpPr/>
              <p:nvPr/>
            </p:nvSpPr>
            <p:spPr>
              <a:xfrm>
                <a:off x="1404969" y="1106377"/>
                <a:ext cx="415198" cy="415198"/>
              </a:xfrm>
              <a:custGeom>
                <a:avLst/>
                <a:gdLst/>
                <a:ahLst/>
                <a:cxnLst/>
                <a:rect l="l" t="t" r="r" b="b"/>
                <a:pathLst>
                  <a:path w="474" h="474" extrusionOk="0">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23"/>
              <p:cNvSpPr/>
              <p:nvPr/>
            </p:nvSpPr>
            <p:spPr>
              <a:xfrm>
                <a:off x="1460456" y="1163778"/>
                <a:ext cx="304223" cy="299440"/>
              </a:xfrm>
              <a:custGeom>
                <a:avLst/>
                <a:gdLst/>
                <a:ahLst/>
                <a:cxnLst/>
                <a:rect l="l" t="t" r="r" b="b"/>
                <a:pathLst>
                  <a:path w="348" h="343" extrusionOk="0">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52" name="Google Shape;652;p23"/>
            <p:cNvSpPr/>
            <p:nvPr/>
          </p:nvSpPr>
          <p:spPr>
            <a:xfrm>
              <a:off x="3840701" y="867524"/>
              <a:ext cx="531600" cy="876850"/>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3" name="Google Shape;653;p23"/>
            <p:cNvSpPr/>
            <p:nvPr/>
          </p:nvSpPr>
          <p:spPr>
            <a:xfrm>
              <a:off x="6535672" y="3138738"/>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23"/>
            <p:cNvSpPr/>
            <p:nvPr/>
          </p:nvSpPr>
          <p:spPr>
            <a:xfrm>
              <a:off x="5627753" y="3138762"/>
              <a:ext cx="653350" cy="64479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Baloo 2 ExtraBold"/>
              <a:buNone/>
              <a:defRPr sz="3200">
                <a:solidFill>
                  <a:schemeClr val="dk1"/>
                </a:solidFill>
                <a:latin typeface="Baloo 2 ExtraBold"/>
                <a:ea typeface="Baloo 2 ExtraBold"/>
                <a:cs typeface="Baloo 2 ExtraBold"/>
                <a:sym typeface="Baloo 2 ExtraBold"/>
              </a:defRPr>
            </a:lvl1pPr>
            <a:lvl2pPr lvl="1"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2pPr>
            <a:lvl3pPr lvl="2"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3pPr>
            <a:lvl4pPr lvl="3"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4pPr>
            <a:lvl5pPr lvl="4"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5pPr>
            <a:lvl6pPr lvl="5"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6pPr>
            <a:lvl7pPr lvl="6"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7pPr>
            <a:lvl8pPr lvl="7"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8pPr>
            <a:lvl9pPr lvl="8"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7" r:id="rId8"/>
    <p:sldLayoutId id="2147483658" r:id="rId9"/>
    <p:sldLayoutId id="2147483659" r:id="rId10"/>
    <p:sldLayoutId id="2147483660" r:id="rId11"/>
    <p:sldLayoutId id="2147483664" r:id="rId12"/>
    <p:sldLayoutId id="2147483668" r:id="rId13"/>
    <p:sldLayoutId id="2147483669" r:id="rId14"/>
  </p:sldLayoutIdLst>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pxhere.com/en/photo/1549165"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2" name="Google Shape;665;p27">
            <a:extLst>
              <a:ext uri="{FF2B5EF4-FFF2-40B4-BE49-F238E27FC236}">
                <a16:creationId xmlns:a16="http://schemas.microsoft.com/office/drawing/2014/main" id="{BBD0FADE-62A1-8AB8-0A67-104D549A5DCA}"/>
              </a:ext>
            </a:extLst>
          </p:cNvPr>
          <p:cNvSpPr/>
          <p:nvPr/>
        </p:nvSpPr>
        <p:spPr>
          <a:xfrm>
            <a:off x="556260" y="4681944"/>
            <a:ext cx="2430780" cy="392976"/>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DM Sans"/>
              <a:ea typeface="DM Sans"/>
              <a:cs typeface="DM Sans"/>
              <a:sym typeface="DM Sans"/>
            </a:endParaRPr>
          </a:p>
        </p:txBody>
      </p:sp>
      <p:sp>
        <p:nvSpPr>
          <p:cNvPr id="666" name="Google Shape;666;p27"/>
          <p:cNvSpPr txBox="1">
            <a:spLocks noGrp="1"/>
          </p:cNvSpPr>
          <p:nvPr>
            <p:ph type="ctrTitle"/>
          </p:nvPr>
        </p:nvSpPr>
        <p:spPr>
          <a:xfrm>
            <a:off x="683582" y="2621161"/>
            <a:ext cx="3862500" cy="138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b="1" dirty="0"/>
              <a:t>Air Quality Prediction.</a:t>
            </a:r>
            <a:endParaRPr sz="4800" b="1" dirty="0"/>
          </a:p>
        </p:txBody>
      </p:sp>
      <p:sp>
        <p:nvSpPr>
          <p:cNvPr id="667" name="Google Shape;667;p27"/>
          <p:cNvSpPr txBox="1">
            <a:spLocks noGrp="1"/>
          </p:cNvSpPr>
          <p:nvPr>
            <p:ph type="subTitle" idx="1"/>
          </p:nvPr>
        </p:nvSpPr>
        <p:spPr>
          <a:xfrm>
            <a:off x="766565" y="3785126"/>
            <a:ext cx="2951995" cy="6545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Forecasting Air Pollution Trends</a:t>
            </a:r>
          </a:p>
          <a:p>
            <a:pPr marL="0" lvl="0" indent="0" algn="l" rtl="0">
              <a:spcBef>
                <a:spcPts val="0"/>
              </a:spcBef>
              <a:spcAft>
                <a:spcPts val="0"/>
              </a:spcAft>
              <a:buNone/>
            </a:pPr>
            <a:endParaRPr lang="en" dirty="0"/>
          </a:p>
          <a:p>
            <a:pPr marL="0" lvl="0" indent="0" rtl="0">
              <a:spcBef>
                <a:spcPts val="0"/>
              </a:spcBef>
              <a:spcAft>
                <a:spcPts val="0"/>
              </a:spcAft>
              <a:buNone/>
            </a:pPr>
            <a:r>
              <a:rPr lang="en-US" sz="1200" dirty="0">
                <a:solidFill>
                  <a:srgbClr val="C00000"/>
                </a:solidFill>
              </a:rPr>
              <a:t>Prepared by: </a:t>
            </a:r>
          </a:p>
          <a:p>
            <a:pPr marL="0" lvl="0" indent="0" rtl="0">
              <a:spcBef>
                <a:spcPts val="0"/>
              </a:spcBef>
              <a:spcAft>
                <a:spcPts val="0"/>
              </a:spcAft>
              <a:buNone/>
            </a:pPr>
            <a:endParaRPr lang="en-US" sz="1100" b="1" dirty="0">
              <a:solidFill>
                <a:srgbClr val="334157"/>
              </a:solidFill>
            </a:endParaRPr>
          </a:p>
          <a:p>
            <a:pPr marL="0" lvl="0" indent="0" rtl="0">
              <a:spcBef>
                <a:spcPts val="0"/>
              </a:spcBef>
              <a:spcAft>
                <a:spcPts val="0"/>
              </a:spcAft>
              <a:buNone/>
            </a:pPr>
            <a:r>
              <a:rPr lang="en-US" sz="1200" dirty="0">
                <a:solidFill>
                  <a:schemeClr val="bg2"/>
                </a:solidFill>
              </a:rPr>
              <a:t>Anas Ebrahim Shabalah</a:t>
            </a:r>
            <a:endParaRPr sz="1200" dirty="0">
              <a:solidFill>
                <a:schemeClr val="bg2"/>
              </a:solidFill>
            </a:endParaRPr>
          </a:p>
        </p:txBody>
      </p:sp>
      <p:grpSp>
        <p:nvGrpSpPr>
          <p:cNvPr id="669" name="Google Shape;669;p27"/>
          <p:cNvGrpSpPr/>
          <p:nvPr/>
        </p:nvGrpSpPr>
        <p:grpSpPr>
          <a:xfrm>
            <a:off x="4765672" y="760436"/>
            <a:ext cx="3246799" cy="3446635"/>
            <a:chOff x="4765672" y="760436"/>
            <a:chExt cx="3246799" cy="3446635"/>
          </a:xfrm>
        </p:grpSpPr>
        <p:sp>
          <p:nvSpPr>
            <p:cNvPr id="670" name="Google Shape;670;p27"/>
            <p:cNvSpPr/>
            <p:nvPr/>
          </p:nvSpPr>
          <p:spPr>
            <a:xfrm>
              <a:off x="4980353" y="1104437"/>
              <a:ext cx="653350" cy="64479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71" name="Google Shape;671;p27"/>
            <p:cNvGrpSpPr/>
            <p:nvPr/>
          </p:nvGrpSpPr>
          <p:grpSpPr>
            <a:xfrm>
              <a:off x="5401276" y="1531636"/>
              <a:ext cx="1966177" cy="1269999"/>
              <a:chOff x="5401276" y="1531636"/>
              <a:chExt cx="1966177" cy="1269999"/>
            </a:xfrm>
          </p:grpSpPr>
          <p:sp>
            <p:nvSpPr>
              <p:cNvPr id="672" name="Google Shape;672;p27"/>
              <p:cNvSpPr/>
              <p:nvPr/>
            </p:nvSpPr>
            <p:spPr>
              <a:xfrm>
                <a:off x="5401276" y="1651521"/>
                <a:ext cx="1966177" cy="115011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3" name="Google Shape;673;p27"/>
              <p:cNvSpPr/>
              <p:nvPr/>
            </p:nvSpPr>
            <p:spPr>
              <a:xfrm>
                <a:off x="5401276" y="1531636"/>
                <a:ext cx="1966109" cy="119885"/>
              </a:xfrm>
              <a:custGeom>
                <a:avLst/>
                <a:gdLst/>
                <a:ahLst/>
                <a:cxnLst/>
                <a:rect l="l" t="t" r="r" b="b"/>
                <a:pathLst>
                  <a:path w="2512" h="153" extrusionOk="0">
                    <a:moveTo>
                      <a:pt x="2512" y="73"/>
                    </a:moveTo>
                    <a:cubicBezTo>
                      <a:pt x="2512" y="153"/>
                      <a:pt x="2512" y="153"/>
                      <a:pt x="2512" y="153"/>
                    </a:cubicBezTo>
                    <a:cubicBezTo>
                      <a:pt x="0" y="153"/>
                      <a:pt x="0" y="153"/>
                      <a:pt x="0" y="153"/>
                    </a:cubicBezTo>
                    <a:cubicBezTo>
                      <a:pt x="0" y="73"/>
                      <a:pt x="0" y="73"/>
                      <a:pt x="0" y="73"/>
                    </a:cubicBezTo>
                    <a:cubicBezTo>
                      <a:pt x="0" y="33"/>
                      <a:pt x="32" y="0"/>
                      <a:pt x="72" y="0"/>
                    </a:cubicBezTo>
                    <a:cubicBezTo>
                      <a:pt x="2440" y="0"/>
                      <a:pt x="2440" y="0"/>
                      <a:pt x="2440" y="0"/>
                    </a:cubicBezTo>
                    <a:cubicBezTo>
                      <a:pt x="2480" y="0"/>
                      <a:pt x="2512" y="33"/>
                      <a:pt x="2512" y="73"/>
                    </a:cubicBezTo>
                    <a:close/>
                  </a:path>
                </a:pathLst>
              </a:custGeom>
              <a:solidFill>
                <a:srgbClr val="4C69B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4" name="Google Shape;674;p27"/>
              <p:cNvSpPr/>
              <p:nvPr/>
            </p:nvSpPr>
            <p:spPr>
              <a:xfrm>
                <a:off x="5454368" y="1564176"/>
                <a:ext cx="54780"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7"/>
              <p:cNvSpPr/>
              <p:nvPr/>
            </p:nvSpPr>
            <p:spPr>
              <a:xfrm>
                <a:off x="5538287" y="1564176"/>
                <a:ext cx="55586"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7"/>
              <p:cNvSpPr/>
              <p:nvPr/>
            </p:nvSpPr>
            <p:spPr>
              <a:xfrm>
                <a:off x="5623919" y="1564176"/>
                <a:ext cx="54780"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7" name="Google Shape;677;p27"/>
              <p:cNvSpPr/>
              <p:nvPr/>
            </p:nvSpPr>
            <p:spPr>
              <a:xfrm>
                <a:off x="5498040" y="1803090"/>
                <a:ext cx="1773372" cy="67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27"/>
              <p:cNvSpPr/>
              <p:nvPr/>
            </p:nvSpPr>
            <p:spPr>
              <a:xfrm>
                <a:off x="5498040" y="1983774"/>
                <a:ext cx="1773372" cy="67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27"/>
              <p:cNvSpPr/>
              <p:nvPr/>
            </p:nvSpPr>
            <p:spPr>
              <a:xfrm>
                <a:off x="5498040" y="2165314"/>
                <a:ext cx="1773372" cy="5908"/>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0" name="Google Shape;680;p27"/>
              <p:cNvSpPr/>
              <p:nvPr/>
            </p:nvSpPr>
            <p:spPr>
              <a:xfrm>
                <a:off x="5498040" y="2345997"/>
                <a:ext cx="1773372" cy="5908"/>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1" name="Google Shape;681;p27"/>
              <p:cNvSpPr/>
              <p:nvPr/>
            </p:nvSpPr>
            <p:spPr>
              <a:xfrm>
                <a:off x="5498040" y="1888722"/>
                <a:ext cx="1773436" cy="834914"/>
              </a:xfrm>
              <a:custGeom>
                <a:avLst/>
                <a:gdLst/>
                <a:ahLst/>
                <a:cxnLst/>
                <a:rect l="l" t="t" r="r" b="b"/>
                <a:pathLst>
                  <a:path w="2266" h="1067" extrusionOk="0">
                    <a:moveTo>
                      <a:pt x="0" y="232"/>
                    </a:moveTo>
                    <a:cubicBezTo>
                      <a:pt x="137" y="97"/>
                      <a:pt x="137" y="97"/>
                      <a:pt x="137" y="97"/>
                    </a:cubicBezTo>
                    <a:cubicBezTo>
                      <a:pt x="226" y="9"/>
                      <a:pt x="367" y="0"/>
                      <a:pt x="466" y="76"/>
                    </a:cubicBezTo>
                    <a:cubicBezTo>
                      <a:pt x="852" y="371"/>
                      <a:pt x="852" y="371"/>
                      <a:pt x="852" y="371"/>
                    </a:cubicBezTo>
                    <a:cubicBezTo>
                      <a:pt x="949" y="446"/>
                      <a:pt x="1085" y="440"/>
                      <a:pt x="1174" y="357"/>
                    </a:cubicBezTo>
                    <a:cubicBezTo>
                      <a:pt x="1235" y="302"/>
                      <a:pt x="1235" y="302"/>
                      <a:pt x="1235" y="302"/>
                    </a:cubicBezTo>
                    <a:cubicBezTo>
                      <a:pt x="1308" y="235"/>
                      <a:pt x="1413" y="217"/>
                      <a:pt x="1504" y="256"/>
                    </a:cubicBezTo>
                    <a:cubicBezTo>
                      <a:pt x="2266" y="584"/>
                      <a:pt x="2266" y="584"/>
                      <a:pt x="2266" y="584"/>
                    </a:cubicBezTo>
                    <a:cubicBezTo>
                      <a:pt x="2266" y="1067"/>
                      <a:pt x="2266" y="1067"/>
                      <a:pt x="2266" y="1067"/>
                    </a:cubicBezTo>
                    <a:cubicBezTo>
                      <a:pt x="0" y="1067"/>
                      <a:pt x="0" y="1067"/>
                      <a:pt x="0" y="1067"/>
                    </a:cubicBezTo>
                    <a:lnTo>
                      <a:pt x="0" y="23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2" name="Google Shape;682;p27"/>
              <p:cNvSpPr/>
              <p:nvPr/>
            </p:nvSpPr>
            <p:spPr>
              <a:xfrm>
                <a:off x="5498040" y="1923831"/>
                <a:ext cx="1773436" cy="799805"/>
              </a:xfrm>
              <a:custGeom>
                <a:avLst/>
                <a:gdLst/>
                <a:ahLst/>
                <a:cxnLst/>
                <a:rect l="l" t="t" r="r" b="b"/>
                <a:pathLst>
                  <a:path w="2266" h="1022" extrusionOk="0">
                    <a:moveTo>
                      <a:pt x="0" y="1022"/>
                    </a:moveTo>
                    <a:cubicBezTo>
                      <a:pt x="371" y="590"/>
                      <a:pt x="371" y="590"/>
                      <a:pt x="371" y="590"/>
                    </a:cubicBezTo>
                    <a:cubicBezTo>
                      <a:pt x="468" y="477"/>
                      <a:pt x="643" y="473"/>
                      <a:pt x="745" y="582"/>
                    </a:cubicBezTo>
                    <a:cubicBezTo>
                      <a:pt x="840" y="683"/>
                      <a:pt x="998" y="688"/>
                      <a:pt x="1100" y="594"/>
                    </a:cubicBezTo>
                    <a:cubicBezTo>
                      <a:pt x="1634" y="99"/>
                      <a:pt x="1634" y="99"/>
                      <a:pt x="1634" y="99"/>
                    </a:cubicBezTo>
                    <a:cubicBezTo>
                      <a:pt x="1741" y="0"/>
                      <a:pt x="1909" y="12"/>
                      <a:pt x="2001" y="125"/>
                    </a:cubicBezTo>
                    <a:cubicBezTo>
                      <a:pt x="2266" y="453"/>
                      <a:pt x="2266" y="453"/>
                      <a:pt x="2266" y="453"/>
                    </a:cubicBezTo>
                    <a:cubicBezTo>
                      <a:pt x="2266" y="1022"/>
                      <a:pt x="2266" y="1022"/>
                      <a:pt x="2266" y="1022"/>
                    </a:cubicBezTo>
                    <a:lnTo>
                      <a:pt x="0" y="102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83" name="Google Shape;683;p27"/>
            <p:cNvGrpSpPr/>
            <p:nvPr/>
          </p:nvGrpSpPr>
          <p:grpSpPr>
            <a:xfrm>
              <a:off x="6490512" y="1274487"/>
              <a:ext cx="570358" cy="534450"/>
              <a:chOff x="6490512" y="890962"/>
              <a:chExt cx="570358" cy="534450"/>
            </a:xfrm>
          </p:grpSpPr>
          <p:sp>
            <p:nvSpPr>
              <p:cNvPr id="684" name="Google Shape;684;p27"/>
              <p:cNvSpPr/>
              <p:nvPr/>
            </p:nvSpPr>
            <p:spPr>
              <a:xfrm>
                <a:off x="6490512" y="946623"/>
                <a:ext cx="570358" cy="478789"/>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7"/>
              <p:cNvSpPr/>
              <p:nvPr/>
            </p:nvSpPr>
            <p:spPr>
              <a:xfrm>
                <a:off x="6581282" y="1372215"/>
                <a:ext cx="88883" cy="14501"/>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6" name="Google Shape;686;p27"/>
              <p:cNvSpPr/>
              <p:nvPr/>
            </p:nvSpPr>
            <p:spPr>
              <a:xfrm>
                <a:off x="6530758" y="1361939"/>
                <a:ext cx="34372" cy="35177"/>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7" name="Google Shape;687;p27"/>
              <p:cNvSpPr/>
              <p:nvPr/>
            </p:nvSpPr>
            <p:spPr>
              <a:xfrm>
                <a:off x="6938367" y="1372215"/>
                <a:ext cx="89958" cy="14501"/>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8" name="Google Shape;688;p27"/>
              <p:cNvSpPr/>
              <p:nvPr/>
            </p:nvSpPr>
            <p:spPr>
              <a:xfrm>
                <a:off x="6888700" y="1361939"/>
                <a:ext cx="35177" cy="35177"/>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9" name="Google Shape;689;p27"/>
              <p:cNvSpPr/>
              <p:nvPr/>
            </p:nvSpPr>
            <p:spPr>
              <a:xfrm>
                <a:off x="6490512" y="890962"/>
                <a:ext cx="570309" cy="55661"/>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0" name="Google Shape;690;p27"/>
              <p:cNvSpPr/>
              <p:nvPr/>
            </p:nvSpPr>
            <p:spPr>
              <a:xfrm>
                <a:off x="6514489" y="906376"/>
                <a:ext cx="25779"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27"/>
              <p:cNvSpPr/>
              <p:nvPr/>
            </p:nvSpPr>
            <p:spPr>
              <a:xfrm>
                <a:off x="6553879" y="906376"/>
                <a:ext cx="25779"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2" name="Google Shape;692;p27"/>
              <p:cNvSpPr/>
              <p:nvPr/>
            </p:nvSpPr>
            <p:spPr>
              <a:xfrm>
                <a:off x="6593270" y="906376"/>
                <a:ext cx="26584"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3" name="Google Shape;693;p27"/>
              <p:cNvSpPr/>
              <p:nvPr/>
            </p:nvSpPr>
            <p:spPr>
              <a:xfrm>
                <a:off x="6591557" y="980876"/>
                <a:ext cx="368100" cy="368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4" name="Google Shape;694;p27"/>
              <p:cNvSpPr/>
              <p:nvPr/>
            </p:nvSpPr>
            <p:spPr>
              <a:xfrm>
                <a:off x="6654069" y="1044243"/>
                <a:ext cx="236344" cy="236344"/>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7"/>
              <p:cNvSpPr/>
              <p:nvPr/>
            </p:nvSpPr>
            <p:spPr>
              <a:xfrm>
                <a:off x="6635229" y="1037393"/>
                <a:ext cx="116460" cy="110466"/>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96" name="Google Shape;696;p27"/>
            <p:cNvGrpSpPr/>
            <p:nvPr/>
          </p:nvGrpSpPr>
          <p:grpSpPr>
            <a:xfrm>
              <a:off x="5094926" y="2317556"/>
              <a:ext cx="717033" cy="1014339"/>
              <a:chOff x="5094926" y="2317556"/>
              <a:chExt cx="717033" cy="1014339"/>
            </a:xfrm>
          </p:grpSpPr>
          <p:sp>
            <p:nvSpPr>
              <p:cNvPr id="697" name="Google Shape;697;p27"/>
              <p:cNvSpPr/>
              <p:nvPr/>
            </p:nvSpPr>
            <p:spPr>
              <a:xfrm>
                <a:off x="5094926" y="2395159"/>
                <a:ext cx="717033" cy="93673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7"/>
              <p:cNvSpPr/>
              <p:nvPr/>
            </p:nvSpPr>
            <p:spPr>
              <a:xfrm>
                <a:off x="5094926" y="2317556"/>
                <a:ext cx="717009" cy="7760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7"/>
              <p:cNvSpPr/>
              <p:nvPr/>
            </p:nvSpPr>
            <p:spPr>
              <a:xfrm>
                <a:off x="5128808" y="2338323"/>
                <a:ext cx="35989"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7"/>
              <p:cNvSpPr/>
              <p:nvPr/>
            </p:nvSpPr>
            <p:spPr>
              <a:xfrm>
                <a:off x="5183458" y="2338323"/>
                <a:ext cx="35989"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1" name="Google Shape;701;p27"/>
              <p:cNvSpPr/>
              <p:nvPr/>
            </p:nvSpPr>
            <p:spPr>
              <a:xfrm>
                <a:off x="5239202" y="2338323"/>
                <a:ext cx="34961"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2" name="Google Shape;702;p27"/>
              <p:cNvSpPr/>
              <p:nvPr/>
            </p:nvSpPr>
            <p:spPr>
              <a:xfrm>
                <a:off x="5209690" y="2827988"/>
                <a:ext cx="111394" cy="162806"/>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3" name="Google Shape;703;p27"/>
              <p:cNvSpPr/>
              <p:nvPr/>
            </p:nvSpPr>
            <p:spPr>
              <a:xfrm>
                <a:off x="5379106" y="2715409"/>
                <a:ext cx="112422" cy="275571"/>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7"/>
              <p:cNvSpPr/>
              <p:nvPr/>
            </p:nvSpPr>
            <p:spPr>
              <a:xfrm>
                <a:off x="5548521" y="2613760"/>
                <a:ext cx="111394" cy="377025"/>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5" name="Google Shape;705;p27"/>
              <p:cNvSpPr/>
              <p:nvPr/>
            </p:nvSpPr>
            <p:spPr>
              <a:xfrm>
                <a:off x="5249039" y="2446530"/>
                <a:ext cx="351946" cy="353041"/>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rgbClr val="38477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6" name="Google Shape;706;p27"/>
              <p:cNvSpPr/>
              <p:nvPr/>
            </p:nvSpPr>
            <p:spPr>
              <a:xfrm>
                <a:off x="5176900" y="3061891"/>
                <a:ext cx="551828"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7"/>
              <p:cNvSpPr/>
              <p:nvPr/>
            </p:nvSpPr>
            <p:spPr>
              <a:xfrm>
                <a:off x="5176900" y="3122006"/>
                <a:ext cx="551828"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7"/>
              <p:cNvSpPr/>
              <p:nvPr/>
            </p:nvSpPr>
            <p:spPr>
              <a:xfrm>
                <a:off x="5237016" y="3182121"/>
                <a:ext cx="431522"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7"/>
              <p:cNvSpPr/>
              <p:nvPr/>
            </p:nvSpPr>
            <p:spPr>
              <a:xfrm>
                <a:off x="5314619" y="3242236"/>
                <a:ext cx="276599"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10" name="Google Shape;710;p27"/>
            <p:cNvSpPr/>
            <p:nvPr/>
          </p:nvSpPr>
          <p:spPr>
            <a:xfrm>
              <a:off x="5914065" y="760436"/>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1" name="Google Shape;711;p27"/>
            <p:cNvSpPr/>
            <p:nvPr/>
          </p:nvSpPr>
          <p:spPr>
            <a:xfrm>
              <a:off x="7710871" y="1262143"/>
              <a:ext cx="301600" cy="49757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12" name="Google Shape;712;p27"/>
            <p:cNvGrpSpPr/>
            <p:nvPr/>
          </p:nvGrpSpPr>
          <p:grpSpPr>
            <a:xfrm>
              <a:off x="6655110" y="1951719"/>
              <a:ext cx="1239180" cy="2255353"/>
              <a:chOff x="7710885" y="1951719"/>
              <a:chExt cx="1239180" cy="2255353"/>
            </a:xfrm>
          </p:grpSpPr>
          <p:sp>
            <p:nvSpPr>
              <p:cNvPr id="713" name="Google Shape;713;p27"/>
              <p:cNvSpPr/>
              <p:nvPr/>
            </p:nvSpPr>
            <p:spPr>
              <a:xfrm>
                <a:off x="7999817" y="4017723"/>
                <a:ext cx="409554" cy="189349"/>
              </a:xfrm>
              <a:custGeom>
                <a:avLst/>
                <a:gdLst/>
                <a:ahLst/>
                <a:cxnLst/>
                <a:rect l="l" t="t" r="r" b="b"/>
                <a:pathLst>
                  <a:path w="446" h="206" extrusionOk="0">
                    <a:moveTo>
                      <a:pt x="446" y="206"/>
                    </a:moveTo>
                    <a:cubicBezTo>
                      <a:pt x="417" y="10"/>
                      <a:pt x="417" y="10"/>
                      <a:pt x="417" y="10"/>
                    </a:cubicBezTo>
                    <a:cubicBezTo>
                      <a:pt x="396"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7"/>
              <p:cNvSpPr/>
              <p:nvPr/>
            </p:nvSpPr>
            <p:spPr>
              <a:xfrm>
                <a:off x="8421293" y="4017723"/>
                <a:ext cx="409554" cy="189349"/>
              </a:xfrm>
              <a:custGeom>
                <a:avLst/>
                <a:gdLst/>
                <a:ahLst/>
                <a:cxnLst/>
                <a:rect l="l" t="t" r="r" b="b"/>
                <a:pathLst>
                  <a:path w="446" h="206" extrusionOk="0">
                    <a:moveTo>
                      <a:pt x="446" y="206"/>
                    </a:moveTo>
                    <a:cubicBezTo>
                      <a:pt x="417" y="10"/>
                      <a:pt x="417" y="10"/>
                      <a:pt x="417" y="10"/>
                    </a:cubicBezTo>
                    <a:cubicBezTo>
                      <a:pt x="395"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5" name="Google Shape;715;p27"/>
              <p:cNvSpPr/>
              <p:nvPr/>
            </p:nvSpPr>
            <p:spPr>
              <a:xfrm>
                <a:off x="8168829" y="2965085"/>
                <a:ext cx="673940" cy="1132586"/>
              </a:xfrm>
              <a:custGeom>
                <a:avLst/>
                <a:gdLst/>
                <a:ahLst/>
                <a:cxnLst/>
                <a:rect l="l" t="t" r="r" b="b"/>
                <a:pathLst>
                  <a:path w="734" h="1232" extrusionOk="0">
                    <a:moveTo>
                      <a:pt x="136" y="0"/>
                    </a:moveTo>
                    <a:cubicBezTo>
                      <a:pt x="19" y="622"/>
                      <a:pt x="19" y="622"/>
                      <a:pt x="19" y="622"/>
                    </a:cubicBezTo>
                    <a:cubicBezTo>
                      <a:pt x="0" y="1201"/>
                      <a:pt x="0" y="1201"/>
                      <a:pt x="0" y="1201"/>
                    </a:cubicBezTo>
                    <a:cubicBezTo>
                      <a:pt x="0" y="1201"/>
                      <a:pt x="202" y="1223"/>
                      <a:pt x="282" y="1201"/>
                    </a:cubicBezTo>
                    <a:cubicBezTo>
                      <a:pt x="284" y="657"/>
                      <a:pt x="284" y="657"/>
                      <a:pt x="284" y="657"/>
                    </a:cubicBezTo>
                    <a:cubicBezTo>
                      <a:pt x="367" y="278"/>
                      <a:pt x="367" y="278"/>
                      <a:pt x="367" y="278"/>
                    </a:cubicBezTo>
                    <a:cubicBezTo>
                      <a:pt x="434" y="1215"/>
                      <a:pt x="434" y="1215"/>
                      <a:pt x="434" y="1215"/>
                    </a:cubicBezTo>
                    <a:cubicBezTo>
                      <a:pt x="434" y="1215"/>
                      <a:pt x="647" y="1232"/>
                      <a:pt x="734" y="1201"/>
                    </a:cubicBezTo>
                    <a:cubicBezTo>
                      <a:pt x="635" y="0"/>
                      <a:pt x="635" y="0"/>
                      <a:pt x="635" y="0"/>
                    </a:cubicBezTo>
                    <a:cubicBezTo>
                      <a:pt x="136" y="0"/>
                      <a:pt x="136" y="0"/>
                      <a:pt x="136"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27"/>
              <p:cNvSpPr/>
              <p:nvPr/>
            </p:nvSpPr>
            <p:spPr>
              <a:xfrm>
                <a:off x="8051713" y="2361974"/>
                <a:ext cx="343633" cy="682356"/>
              </a:xfrm>
              <a:custGeom>
                <a:avLst/>
                <a:gdLst/>
                <a:ahLst/>
                <a:cxnLst/>
                <a:rect l="l" t="t" r="r" b="b"/>
                <a:pathLst>
                  <a:path w="374" h="743" extrusionOk="0">
                    <a:moveTo>
                      <a:pt x="343" y="587"/>
                    </a:moveTo>
                    <a:cubicBezTo>
                      <a:pt x="335" y="602"/>
                      <a:pt x="300" y="626"/>
                      <a:pt x="270" y="646"/>
                    </a:cubicBezTo>
                    <a:cubicBezTo>
                      <a:pt x="248" y="661"/>
                      <a:pt x="228" y="673"/>
                      <a:pt x="224" y="676"/>
                    </a:cubicBezTo>
                    <a:cubicBezTo>
                      <a:pt x="215" y="681"/>
                      <a:pt x="207" y="686"/>
                      <a:pt x="198" y="690"/>
                    </a:cubicBezTo>
                    <a:cubicBezTo>
                      <a:pt x="116" y="734"/>
                      <a:pt x="0" y="743"/>
                      <a:pt x="0" y="743"/>
                    </a:cubicBezTo>
                    <a:cubicBezTo>
                      <a:pt x="5" y="519"/>
                      <a:pt x="5" y="519"/>
                      <a:pt x="5" y="519"/>
                    </a:cubicBezTo>
                    <a:cubicBezTo>
                      <a:pt x="129" y="490"/>
                      <a:pt x="129" y="490"/>
                      <a:pt x="129" y="490"/>
                    </a:cubicBezTo>
                    <a:cubicBezTo>
                      <a:pt x="129" y="490"/>
                      <a:pt x="221" y="136"/>
                      <a:pt x="240" y="86"/>
                    </a:cubicBezTo>
                    <a:cubicBezTo>
                      <a:pt x="259" y="36"/>
                      <a:pt x="355" y="0"/>
                      <a:pt x="355" y="0"/>
                    </a:cubicBezTo>
                    <a:cubicBezTo>
                      <a:pt x="346" y="67"/>
                      <a:pt x="346" y="67"/>
                      <a:pt x="346" y="67"/>
                    </a:cubicBezTo>
                    <a:cubicBezTo>
                      <a:pt x="348" y="371"/>
                      <a:pt x="348" y="371"/>
                      <a:pt x="348" y="371"/>
                    </a:cubicBezTo>
                    <a:cubicBezTo>
                      <a:pt x="345" y="444"/>
                      <a:pt x="374" y="529"/>
                      <a:pt x="343" y="5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27"/>
              <p:cNvSpPr/>
              <p:nvPr/>
            </p:nvSpPr>
            <p:spPr>
              <a:xfrm>
                <a:off x="7986493" y="2838852"/>
                <a:ext cx="130500" cy="2055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8" name="Google Shape;718;p27"/>
              <p:cNvSpPr/>
              <p:nvPr/>
            </p:nvSpPr>
            <p:spPr>
              <a:xfrm>
                <a:off x="8234049" y="2584283"/>
                <a:ext cx="113609" cy="411658"/>
              </a:xfrm>
              <a:custGeom>
                <a:avLst/>
                <a:gdLst/>
                <a:ahLst/>
                <a:cxnLst/>
                <a:rect l="l" t="t" r="r" b="b"/>
                <a:pathLst>
                  <a:path w="124" h="448" extrusionOk="0">
                    <a:moveTo>
                      <a:pt x="67" y="275"/>
                    </a:moveTo>
                    <a:cubicBezTo>
                      <a:pt x="64" y="285"/>
                      <a:pt x="60" y="291"/>
                      <a:pt x="55" y="295"/>
                    </a:cubicBezTo>
                    <a:cubicBezTo>
                      <a:pt x="51" y="300"/>
                      <a:pt x="45" y="301"/>
                      <a:pt x="41" y="302"/>
                    </a:cubicBezTo>
                    <a:cubicBezTo>
                      <a:pt x="0" y="448"/>
                      <a:pt x="0" y="448"/>
                      <a:pt x="0" y="448"/>
                    </a:cubicBezTo>
                    <a:cubicBezTo>
                      <a:pt x="9" y="444"/>
                      <a:pt x="17" y="439"/>
                      <a:pt x="26" y="434"/>
                    </a:cubicBezTo>
                    <a:cubicBezTo>
                      <a:pt x="28" y="432"/>
                      <a:pt x="38" y="426"/>
                      <a:pt x="50" y="418"/>
                    </a:cubicBezTo>
                    <a:cubicBezTo>
                      <a:pt x="71" y="298"/>
                      <a:pt x="71" y="298"/>
                      <a:pt x="71" y="298"/>
                    </a:cubicBezTo>
                    <a:cubicBezTo>
                      <a:pt x="67" y="296"/>
                      <a:pt x="64" y="293"/>
                      <a:pt x="64" y="293"/>
                    </a:cubicBezTo>
                    <a:cubicBezTo>
                      <a:pt x="67" y="275"/>
                      <a:pt x="67" y="275"/>
                      <a:pt x="67" y="275"/>
                    </a:cubicBezTo>
                    <a:moveTo>
                      <a:pt x="124" y="0"/>
                    </a:moveTo>
                    <a:cubicBezTo>
                      <a:pt x="85" y="143"/>
                      <a:pt x="85" y="143"/>
                      <a:pt x="85" y="143"/>
                    </a:cubicBezTo>
                    <a:cubicBezTo>
                      <a:pt x="88" y="143"/>
                      <a:pt x="93" y="144"/>
                      <a:pt x="99" y="145"/>
                    </a:cubicBezTo>
                    <a:cubicBezTo>
                      <a:pt x="122" y="14"/>
                      <a:pt x="122" y="14"/>
                      <a:pt x="122" y="14"/>
                    </a:cubicBezTo>
                    <a:cubicBezTo>
                      <a:pt x="124" y="0"/>
                      <a:pt x="124" y="0"/>
                      <a:pt x="124"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9" name="Google Shape;719;p27"/>
              <p:cNvSpPr/>
              <p:nvPr/>
            </p:nvSpPr>
            <p:spPr>
              <a:xfrm>
                <a:off x="8264204" y="2298858"/>
                <a:ext cx="522463" cy="815601"/>
              </a:xfrm>
              <a:custGeom>
                <a:avLst/>
                <a:gdLst/>
                <a:ahLst/>
                <a:cxnLst/>
                <a:rect l="l" t="t" r="r" b="b"/>
                <a:pathLst>
                  <a:path w="569" h="887" extrusionOk="0">
                    <a:moveTo>
                      <a:pt x="550" y="796"/>
                    </a:moveTo>
                    <a:cubicBezTo>
                      <a:pt x="555" y="837"/>
                      <a:pt x="555" y="837"/>
                      <a:pt x="555" y="837"/>
                    </a:cubicBezTo>
                    <a:cubicBezTo>
                      <a:pt x="484" y="882"/>
                      <a:pt x="303" y="887"/>
                      <a:pt x="190" y="875"/>
                    </a:cubicBezTo>
                    <a:cubicBezTo>
                      <a:pt x="114" y="867"/>
                      <a:pt x="8" y="832"/>
                      <a:pt x="0" y="825"/>
                    </a:cubicBezTo>
                    <a:cubicBezTo>
                      <a:pt x="99" y="268"/>
                      <a:pt x="99" y="268"/>
                      <a:pt x="99" y="268"/>
                    </a:cubicBezTo>
                    <a:cubicBezTo>
                      <a:pt x="75" y="91"/>
                      <a:pt x="75" y="91"/>
                      <a:pt x="75" y="91"/>
                    </a:cubicBezTo>
                    <a:cubicBezTo>
                      <a:pt x="75" y="91"/>
                      <a:pt x="75" y="91"/>
                      <a:pt x="75" y="91"/>
                    </a:cubicBezTo>
                    <a:cubicBezTo>
                      <a:pt x="79" y="89"/>
                      <a:pt x="131" y="65"/>
                      <a:pt x="182" y="42"/>
                    </a:cubicBezTo>
                    <a:cubicBezTo>
                      <a:pt x="189" y="39"/>
                      <a:pt x="196" y="36"/>
                      <a:pt x="202" y="33"/>
                    </a:cubicBezTo>
                    <a:cubicBezTo>
                      <a:pt x="239" y="16"/>
                      <a:pt x="272" y="2"/>
                      <a:pt x="280" y="0"/>
                    </a:cubicBezTo>
                    <a:cubicBezTo>
                      <a:pt x="303" y="1"/>
                      <a:pt x="370" y="4"/>
                      <a:pt x="370" y="4"/>
                    </a:cubicBezTo>
                    <a:cubicBezTo>
                      <a:pt x="382" y="7"/>
                      <a:pt x="393" y="11"/>
                      <a:pt x="405" y="16"/>
                    </a:cubicBezTo>
                    <a:cubicBezTo>
                      <a:pt x="481" y="44"/>
                      <a:pt x="569" y="85"/>
                      <a:pt x="569" y="85"/>
                    </a:cubicBezTo>
                    <a:cubicBezTo>
                      <a:pt x="499" y="328"/>
                      <a:pt x="499" y="328"/>
                      <a:pt x="499" y="328"/>
                    </a:cubicBezTo>
                    <a:cubicBezTo>
                      <a:pt x="501" y="344"/>
                      <a:pt x="501" y="344"/>
                      <a:pt x="501" y="344"/>
                    </a:cubicBezTo>
                    <a:cubicBezTo>
                      <a:pt x="550" y="796"/>
                      <a:pt x="550" y="796"/>
                      <a:pt x="550" y="796"/>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27"/>
              <p:cNvSpPr/>
              <p:nvPr/>
            </p:nvSpPr>
            <p:spPr>
              <a:xfrm>
                <a:off x="8394644" y="2599011"/>
                <a:ext cx="374490" cy="431294"/>
              </a:xfrm>
              <a:custGeom>
                <a:avLst/>
                <a:gdLst/>
                <a:ahLst/>
                <a:cxnLst/>
                <a:rect l="l" t="t" r="r" b="b"/>
                <a:pathLst>
                  <a:path w="408" h="470" extrusionOk="0">
                    <a:moveTo>
                      <a:pt x="336" y="0"/>
                    </a:moveTo>
                    <a:cubicBezTo>
                      <a:pt x="281" y="217"/>
                      <a:pt x="281" y="217"/>
                      <a:pt x="281" y="217"/>
                    </a:cubicBezTo>
                    <a:cubicBezTo>
                      <a:pt x="0" y="286"/>
                      <a:pt x="0" y="286"/>
                      <a:pt x="0" y="286"/>
                    </a:cubicBezTo>
                    <a:cubicBezTo>
                      <a:pt x="0" y="286"/>
                      <a:pt x="129" y="397"/>
                      <a:pt x="408" y="470"/>
                    </a:cubicBezTo>
                    <a:cubicBezTo>
                      <a:pt x="359" y="18"/>
                      <a:pt x="359" y="18"/>
                      <a:pt x="359" y="18"/>
                    </a:cubicBezTo>
                    <a:cubicBezTo>
                      <a:pt x="336" y="0"/>
                      <a:pt x="336" y="0"/>
                      <a:pt x="336"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1" name="Google Shape;721;p27"/>
              <p:cNvSpPr/>
              <p:nvPr/>
            </p:nvSpPr>
            <p:spPr>
              <a:xfrm>
                <a:off x="8473890" y="2174028"/>
                <a:ext cx="133245" cy="263685"/>
              </a:xfrm>
              <a:custGeom>
                <a:avLst/>
                <a:gdLst/>
                <a:ahLst/>
                <a:cxnLst/>
                <a:rect l="l" t="t" r="r" b="b"/>
                <a:pathLst>
                  <a:path w="145" h="287" extrusionOk="0">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7"/>
              <p:cNvSpPr/>
              <p:nvPr/>
            </p:nvSpPr>
            <p:spPr>
              <a:xfrm>
                <a:off x="8605733" y="2215404"/>
                <a:ext cx="0" cy="1403"/>
              </a:xfrm>
              <a:custGeom>
                <a:avLst/>
                <a:gdLst/>
                <a:ahLst/>
                <a:cxnLst/>
                <a:rect l="l" t="t" r="r" b="b"/>
                <a:pathLst>
                  <a:path w="120000" h="1" extrusionOk="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7"/>
              <p:cNvSpPr/>
              <p:nvPr/>
            </p:nvSpPr>
            <p:spPr>
              <a:xfrm>
                <a:off x="8475293" y="2216807"/>
                <a:ext cx="130440" cy="135349"/>
              </a:xfrm>
              <a:custGeom>
                <a:avLst/>
                <a:gdLst/>
                <a:ahLst/>
                <a:cxnLst/>
                <a:rect l="l" t="t" r="r" b="b"/>
                <a:pathLst>
                  <a:path w="142" h="148" extrusionOk="0">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4" name="Google Shape;724;p27"/>
              <p:cNvSpPr/>
              <p:nvPr/>
            </p:nvSpPr>
            <p:spPr>
              <a:xfrm>
                <a:off x="8181452" y="2713321"/>
                <a:ext cx="231426" cy="161998"/>
              </a:xfrm>
              <a:custGeom>
                <a:avLst/>
                <a:gdLst/>
                <a:ahLst/>
                <a:cxnLst/>
                <a:rect l="l" t="t" r="r" b="b"/>
                <a:pathLst>
                  <a:path w="252" h="176" extrusionOk="0">
                    <a:moveTo>
                      <a:pt x="158" y="124"/>
                    </a:moveTo>
                    <a:cubicBezTo>
                      <a:pt x="142" y="176"/>
                      <a:pt x="121" y="152"/>
                      <a:pt x="121" y="152"/>
                    </a:cubicBezTo>
                    <a:cubicBezTo>
                      <a:pt x="124" y="134"/>
                      <a:pt x="124" y="134"/>
                      <a:pt x="124" y="134"/>
                    </a:cubicBezTo>
                    <a:cubicBezTo>
                      <a:pt x="121" y="144"/>
                      <a:pt x="117" y="150"/>
                      <a:pt x="112" y="154"/>
                    </a:cubicBezTo>
                    <a:cubicBezTo>
                      <a:pt x="98" y="168"/>
                      <a:pt x="82" y="156"/>
                      <a:pt x="82" y="156"/>
                    </a:cubicBezTo>
                    <a:cubicBezTo>
                      <a:pt x="89" y="139"/>
                      <a:pt x="89" y="139"/>
                      <a:pt x="89" y="139"/>
                    </a:cubicBezTo>
                    <a:cubicBezTo>
                      <a:pt x="85" y="145"/>
                      <a:pt x="81" y="149"/>
                      <a:pt x="77" y="152"/>
                    </a:cubicBezTo>
                    <a:cubicBezTo>
                      <a:pt x="62" y="162"/>
                      <a:pt x="47" y="152"/>
                      <a:pt x="47" y="152"/>
                    </a:cubicBezTo>
                    <a:cubicBezTo>
                      <a:pt x="47" y="152"/>
                      <a:pt x="74" y="83"/>
                      <a:pt x="80" y="78"/>
                    </a:cubicBezTo>
                    <a:cubicBezTo>
                      <a:pt x="85" y="73"/>
                      <a:pt x="125" y="50"/>
                      <a:pt x="125" y="50"/>
                    </a:cubicBezTo>
                    <a:cubicBezTo>
                      <a:pt x="80" y="61"/>
                      <a:pt x="80" y="61"/>
                      <a:pt x="80" y="61"/>
                    </a:cubicBezTo>
                    <a:cubicBezTo>
                      <a:pt x="80" y="61"/>
                      <a:pt x="78" y="68"/>
                      <a:pt x="54" y="95"/>
                    </a:cubicBezTo>
                    <a:cubicBezTo>
                      <a:pt x="29" y="123"/>
                      <a:pt x="0" y="103"/>
                      <a:pt x="0" y="103"/>
                    </a:cubicBezTo>
                    <a:cubicBezTo>
                      <a:pt x="4" y="98"/>
                      <a:pt x="54" y="31"/>
                      <a:pt x="58" y="29"/>
                    </a:cubicBezTo>
                    <a:cubicBezTo>
                      <a:pt x="62" y="26"/>
                      <a:pt x="123" y="0"/>
                      <a:pt x="134" y="1"/>
                    </a:cubicBezTo>
                    <a:cubicBezTo>
                      <a:pt x="146" y="1"/>
                      <a:pt x="246" y="23"/>
                      <a:pt x="246" y="23"/>
                    </a:cubicBezTo>
                    <a:cubicBezTo>
                      <a:pt x="252" y="109"/>
                      <a:pt x="252" y="109"/>
                      <a:pt x="252" y="109"/>
                    </a:cubicBezTo>
                    <a:cubicBezTo>
                      <a:pt x="210" y="157"/>
                      <a:pt x="158" y="124"/>
                      <a:pt x="158" y="12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5" name="Google Shape;725;p27"/>
              <p:cNvSpPr/>
              <p:nvPr/>
            </p:nvSpPr>
            <p:spPr>
              <a:xfrm>
                <a:off x="8252282" y="2781346"/>
                <a:ext cx="57506" cy="72233"/>
              </a:xfrm>
              <a:custGeom>
                <a:avLst/>
                <a:gdLst/>
                <a:ahLst/>
                <a:cxnLst/>
                <a:rect l="l" t="t" r="r" b="b"/>
                <a:pathLst>
                  <a:path w="63" h="78" extrusionOk="0">
                    <a:moveTo>
                      <a:pt x="63" y="0"/>
                    </a:moveTo>
                    <a:cubicBezTo>
                      <a:pt x="26" y="24"/>
                      <a:pt x="26" y="24"/>
                      <a:pt x="26" y="24"/>
                    </a:cubicBezTo>
                    <a:cubicBezTo>
                      <a:pt x="0" y="78"/>
                      <a:pt x="0" y="78"/>
                      <a:pt x="0" y="78"/>
                    </a:cubicBezTo>
                    <a:cubicBezTo>
                      <a:pt x="4" y="75"/>
                      <a:pt x="8" y="71"/>
                      <a:pt x="12" y="65"/>
                    </a:cubicBezTo>
                    <a:cubicBezTo>
                      <a:pt x="12" y="65"/>
                      <a:pt x="27" y="32"/>
                      <a:pt x="30" y="27"/>
                    </a:cubicBezTo>
                    <a:cubicBezTo>
                      <a:pt x="34" y="22"/>
                      <a:pt x="61" y="1"/>
                      <a:pt x="63"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6" name="Google Shape;726;p27"/>
              <p:cNvSpPr/>
              <p:nvPr/>
            </p:nvSpPr>
            <p:spPr>
              <a:xfrm>
                <a:off x="8284541" y="2798878"/>
                <a:ext cx="41376" cy="56103"/>
              </a:xfrm>
              <a:custGeom>
                <a:avLst/>
                <a:gdLst/>
                <a:ahLst/>
                <a:cxnLst/>
                <a:rect l="l" t="t" r="r" b="b"/>
                <a:pathLst>
                  <a:path w="45" h="61" extrusionOk="0">
                    <a:moveTo>
                      <a:pt x="45" y="0"/>
                    </a:moveTo>
                    <a:cubicBezTo>
                      <a:pt x="43" y="1"/>
                      <a:pt x="23" y="9"/>
                      <a:pt x="19" y="12"/>
                    </a:cubicBezTo>
                    <a:cubicBezTo>
                      <a:pt x="16" y="15"/>
                      <a:pt x="4" y="49"/>
                      <a:pt x="0" y="61"/>
                    </a:cubicBezTo>
                    <a:cubicBezTo>
                      <a:pt x="5" y="57"/>
                      <a:pt x="9" y="51"/>
                      <a:pt x="12" y="41"/>
                    </a:cubicBezTo>
                    <a:cubicBezTo>
                      <a:pt x="12" y="41"/>
                      <a:pt x="20" y="20"/>
                      <a:pt x="22" y="15"/>
                    </a:cubicBezTo>
                    <a:cubicBezTo>
                      <a:pt x="24" y="11"/>
                      <a:pt x="43" y="1"/>
                      <a:pt x="45"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7" name="Google Shape;727;p27"/>
              <p:cNvSpPr/>
              <p:nvPr/>
            </p:nvSpPr>
            <p:spPr>
              <a:xfrm>
                <a:off x="8386930" y="2377403"/>
                <a:ext cx="563136" cy="631162"/>
              </a:xfrm>
              <a:custGeom>
                <a:avLst/>
                <a:gdLst/>
                <a:ahLst/>
                <a:cxnLst/>
                <a:rect l="l" t="t" r="r" b="b"/>
                <a:pathLst>
                  <a:path w="613" h="687" extrusionOk="0">
                    <a:moveTo>
                      <a:pt x="435" y="0"/>
                    </a:moveTo>
                    <a:cubicBezTo>
                      <a:pt x="510" y="34"/>
                      <a:pt x="613" y="580"/>
                      <a:pt x="538" y="634"/>
                    </a:cubicBezTo>
                    <a:cubicBezTo>
                      <a:pt x="464" y="687"/>
                      <a:pt x="8" y="527"/>
                      <a:pt x="8" y="527"/>
                    </a:cubicBezTo>
                    <a:cubicBezTo>
                      <a:pt x="8" y="527"/>
                      <a:pt x="0" y="425"/>
                      <a:pt x="28" y="381"/>
                    </a:cubicBezTo>
                    <a:cubicBezTo>
                      <a:pt x="367" y="429"/>
                      <a:pt x="367" y="429"/>
                      <a:pt x="367" y="429"/>
                    </a:cubicBezTo>
                    <a:cubicBezTo>
                      <a:pt x="367" y="429"/>
                      <a:pt x="345" y="303"/>
                      <a:pt x="344" y="241"/>
                    </a:cubicBezTo>
                    <a:cubicBezTo>
                      <a:pt x="346" y="114"/>
                      <a:pt x="435" y="0"/>
                      <a:pt x="435"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8" name="Google Shape;728;p27"/>
              <p:cNvSpPr/>
              <p:nvPr/>
            </p:nvSpPr>
            <p:spPr>
              <a:xfrm>
                <a:off x="7722808" y="2617945"/>
                <a:ext cx="561735" cy="307867"/>
              </a:xfrm>
              <a:custGeom>
                <a:avLst/>
                <a:gdLst/>
                <a:ahLst/>
                <a:cxnLst/>
                <a:rect l="l" t="t" r="r" b="b"/>
                <a:pathLst>
                  <a:path w="611" h="335" extrusionOk="0">
                    <a:moveTo>
                      <a:pt x="520" y="7"/>
                    </a:moveTo>
                    <a:cubicBezTo>
                      <a:pt x="519" y="3"/>
                      <a:pt x="515" y="0"/>
                      <a:pt x="510" y="0"/>
                    </a:cubicBezTo>
                    <a:cubicBezTo>
                      <a:pt x="11" y="0"/>
                      <a:pt x="11" y="0"/>
                      <a:pt x="11" y="0"/>
                    </a:cubicBezTo>
                    <a:cubicBezTo>
                      <a:pt x="5" y="0"/>
                      <a:pt x="0" y="6"/>
                      <a:pt x="2" y="12"/>
                    </a:cubicBezTo>
                    <a:cubicBezTo>
                      <a:pt x="92" y="335"/>
                      <a:pt x="92" y="335"/>
                      <a:pt x="92" y="335"/>
                    </a:cubicBezTo>
                    <a:cubicBezTo>
                      <a:pt x="611" y="335"/>
                      <a:pt x="611" y="335"/>
                      <a:pt x="611" y="335"/>
                    </a:cubicBezTo>
                    <a:lnTo>
                      <a:pt x="520" y="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9" name="Google Shape;729;p27"/>
              <p:cNvSpPr/>
              <p:nvPr/>
            </p:nvSpPr>
            <p:spPr>
              <a:xfrm>
                <a:off x="8154803" y="2901267"/>
                <a:ext cx="301500" cy="24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7"/>
              <p:cNvSpPr/>
              <p:nvPr/>
            </p:nvSpPr>
            <p:spPr>
              <a:xfrm>
                <a:off x="7893923" y="2920202"/>
                <a:ext cx="96778" cy="34363"/>
              </a:xfrm>
              <a:custGeom>
                <a:avLst/>
                <a:gdLst/>
                <a:ahLst/>
                <a:cxnLst/>
                <a:rect l="l" t="t" r="r" b="b"/>
                <a:pathLst>
                  <a:path w="105" h="37" extrusionOk="0">
                    <a:moveTo>
                      <a:pt x="95" y="37"/>
                    </a:moveTo>
                    <a:cubicBezTo>
                      <a:pt x="0" y="30"/>
                      <a:pt x="0" y="30"/>
                      <a:pt x="0" y="30"/>
                    </a:cubicBezTo>
                    <a:cubicBezTo>
                      <a:pt x="0" y="30"/>
                      <a:pt x="1" y="3"/>
                      <a:pt x="33" y="1"/>
                    </a:cubicBezTo>
                    <a:cubicBezTo>
                      <a:pt x="64" y="0"/>
                      <a:pt x="105" y="7"/>
                      <a:pt x="105" y="7"/>
                    </a:cubicBezTo>
                    <a:lnTo>
                      <a:pt x="95" y="37"/>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7"/>
              <p:cNvSpPr/>
              <p:nvPr/>
            </p:nvSpPr>
            <p:spPr>
              <a:xfrm>
                <a:off x="7710885" y="2617945"/>
                <a:ext cx="561735" cy="307867"/>
              </a:xfrm>
              <a:custGeom>
                <a:avLst/>
                <a:gdLst/>
                <a:ahLst/>
                <a:cxnLst/>
                <a:rect l="l" t="t" r="r" b="b"/>
                <a:pathLst>
                  <a:path w="611" h="335" extrusionOk="0">
                    <a:moveTo>
                      <a:pt x="519" y="7"/>
                    </a:moveTo>
                    <a:cubicBezTo>
                      <a:pt x="518" y="3"/>
                      <a:pt x="514" y="0"/>
                      <a:pt x="510" y="0"/>
                    </a:cubicBezTo>
                    <a:cubicBezTo>
                      <a:pt x="11" y="0"/>
                      <a:pt x="11" y="0"/>
                      <a:pt x="11" y="0"/>
                    </a:cubicBezTo>
                    <a:cubicBezTo>
                      <a:pt x="4" y="0"/>
                      <a:pt x="0" y="6"/>
                      <a:pt x="2" y="12"/>
                    </a:cubicBezTo>
                    <a:cubicBezTo>
                      <a:pt x="92" y="335"/>
                      <a:pt x="92" y="335"/>
                      <a:pt x="92" y="335"/>
                    </a:cubicBezTo>
                    <a:cubicBezTo>
                      <a:pt x="611" y="335"/>
                      <a:pt x="611" y="335"/>
                      <a:pt x="611" y="335"/>
                    </a:cubicBezTo>
                    <a:lnTo>
                      <a:pt x="519" y="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27"/>
              <p:cNvSpPr/>
              <p:nvPr/>
            </p:nvSpPr>
            <p:spPr>
              <a:xfrm>
                <a:off x="7902338" y="2748385"/>
                <a:ext cx="149463" cy="4501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27"/>
              <p:cNvSpPr/>
              <p:nvPr/>
            </p:nvSpPr>
            <p:spPr>
              <a:xfrm>
                <a:off x="7915662" y="2825528"/>
                <a:ext cx="200569" cy="164102"/>
              </a:xfrm>
              <a:custGeom>
                <a:avLst/>
                <a:gdLst/>
                <a:ahLst/>
                <a:cxnLst/>
                <a:rect l="l" t="t" r="r" b="b"/>
                <a:pathLst>
                  <a:path w="218" h="178" extrusionOk="0">
                    <a:moveTo>
                      <a:pt x="218" y="109"/>
                    </a:moveTo>
                    <a:cubicBezTo>
                      <a:pt x="214" y="126"/>
                      <a:pt x="204" y="152"/>
                      <a:pt x="183" y="160"/>
                    </a:cubicBezTo>
                    <a:cubicBezTo>
                      <a:pt x="152" y="170"/>
                      <a:pt x="66" y="178"/>
                      <a:pt x="50" y="162"/>
                    </a:cubicBezTo>
                    <a:cubicBezTo>
                      <a:pt x="34" y="146"/>
                      <a:pt x="0" y="28"/>
                      <a:pt x="0" y="28"/>
                    </a:cubicBezTo>
                    <a:cubicBezTo>
                      <a:pt x="0" y="28"/>
                      <a:pt x="23" y="21"/>
                      <a:pt x="34" y="43"/>
                    </a:cubicBezTo>
                    <a:cubicBezTo>
                      <a:pt x="44" y="65"/>
                      <a:pt x="64" y="123"/>
                      <a:pt x="64" y="123"/>
                    </a:cubicBezTo>
                    <a:cubicBezTo>
                      <a:pt x="53" y="3"/>
                      <a:pt x="53" y="3"/>
                      <a:pt x="53" y="3"/>
                    </a:cubicBezTo>
                    <a:cubicBezTo>
                      <a:pt x="53" y="3"/>
                      <a:pt x="69" y="0"/>
                      <a:pt x="78" y="13"/>
                    </a:cubicBezTo>
                    <a:cubicBezTo>
                      <a:pt x="87" y="26"/>
                      <a:pt x="95" y="105"/>
                      <a:pt x="95" y="105"/>
                    </a:cubicBezTo>
                    <a:cubicBezTo>
                      <a:pt x="86" y="7"/>
                      <a:pt x="86" y="7"/>
                      <a:pt x="86" y="7"/>
                    </a:cubicBezTo>
                    <a:cubicBezTo>
                      <a:pt x="86" y="7"/>
                      <a:pt x="110" y="3"/>
                      <a:pt x="114" y="28"/>
                    </a:cubicBezTo>
                    <a:cubicBezTo>
                      <a:pt x="118" y="54"/>
                      <a:pt x="127" y="113"/>
                      <a:pt x="127" y="113"/>
                    </a:cubicBezTo>
                    <a:cubicBezTo>
                      <a:pt x="121" y="44"/>
                      <a:pt x="121" y="44"/>
                      <a:pt x="121" y="44"/>
                    </a:cubicBezTo>
                    <a:cubicBezTo>
                      <a:pt x="121" y="44"/>
                      <a:pt x="143" y="44"/>
                      <a:pt x="148" y="67"/>
                    </a:cubicBezTo>
                    <a:cubicBezTo>
                      <a:pt x="151" y="85"/>
                      <a:pt x="156" y="108"/>
                      <a:pt x="156" y="108"/>
                    </a:cubicBezTo>
                    <a:lnTo>
                      <a:pt x="218" y="109"/>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4" name="Google Shape;734;p27"/>
              <p:cNvSpPr/>
              <p:nvPr/>
            </p:nvSpPr>
            <p:spPr>
              <a:xfrm>
                <a:off x="8373606" y="2021848"/>
                <a:ext cx="246854" cy="295945"/>
              </a:xfrm>
              <a:custGeom>
                <a:avLst/>
                <a:gdLst/>
                <a:ahLst/>
                <a:cxnLst/>
                <a:rect l="l" t="t" r="r" b="b"/>
                <a:pathLst>
                  <a:path w="269" h="322" extrusionOk="0">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5" name="Google Shape;735;p27"/>
              <p:cNvSpPr/>
              <p:nvPr/>
            </p:nvSpPr>
            <p:spPr>
              <a:xfrm>
                <a:off x="8516669" y="2180340"/>
                <a:ext cx="41376" cy="23142"/>
              </a:xfrm>
              <a:custGeom>
                <a:avLst/>
                <a:gdLst/>
                <a:ahLst/>
                <a:cxnLst/>
                <a:rect l="l" t="t" r="r" b="b"/>
                <a:pathLst>
                  <a:path w="45" h="25" extrusionOk="0">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27"/>
              <p:cNvSpPr/>
              <p:nvPr/>
            </p:nvSpPr>
            <p:spPr>
              <a:xfrm>
                <a:off x="8377813" y="2206288"/>
                <a:ext cx="25247" cy="16831"/>
              </a:xfrm>
              <a:custGeom>
                <a:avLst/>
                <a:gdLst/>
                <a:ahLst/>
                <a:cxnLst/>
                <a:rect l="l" t="t" r="r" b="b"/>
                <a:pathLst>
                  <a:path w="27" h="18" extrusionOk="0">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7"/>
              <p:cNvSpPr/>
              <p:nvPr/>
            </p:nvSpPr>
            <p:spPr>
              <a:xfrm>
                <a:off x="8404462" y="2170521"/>
                <a:ext cx="19636" cy="39272"/>
              </a:xfrm>
              <a:custGeom>
                <a:avLst/>
                <a:gdLst/>
                <a:ahLst/>
                <a:cxnLst/>
                <a:rect l="l" t="t" r="r" b="b"/>
                <a:pathLst>
                  <a:path w="21" h="43" extrusionOk="0">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27"/>
              <p:cNvSpPr/>
              <p:nvPr/>
            </p:nvSpPr>
            <p:spPr>
              <a:xfrm>
                <a:off x="8472487" y="2158600"/>
                <a:ext cx="18935" cy="39272"/>
              </a:xfrm>
              <a:custGeom>
                <a:avLst/>
                <a:gdLst/>
                <a:ahLst/>
                <a:cxnLst/>
                <a:rect l="l" t="t" r="r" b="b"/>
                <a:pathLst>
                  <a:path w="20" h="43" extrusionOk="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27"/>
              <p:cNvSpPr/>
              <p:nvPr/>
            </p:nvSpPr>
            <p:spPr>
              <a:xfrm>
                <a:off x="8465475" y="2102496"/>
                <a:ext cx="64519" cy="59610"/>
              </a:xfrm>
              <a:custGeom>
                <a:avLst/>
                <a:gdLst/>
                <a:ahLst/>
                <a:cxnLst/>
                <a:rect l="l" t="t" r="r" b="b"/>
                <a:pathLst>
                  <a:path w="70" h="65" extrusionOk="0">
                    <a:moveTo>
                      <a:pt x="0" y="51"/>
                    </a:moveTo>
                    <a:cubicBezTo>
                      <a:pt x="0" y="51"/>
                      <a:pt x="36" y="30"/>
                      <a:pt x="70" y="65"/>
                    </a:cubicBezTo>
                    <a:cubicBezTo>
                      <a:pt x="70" y="65"/>
                      <a:pt x="32" y="0"/>
                      <a:pt x="0" y="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7"/>
              <p:cNvSpPr/>
              <p:nvPr/>
            </p:nvSpPr>
            <p:spPr>
              <a:xfrm>
                <a:off x="8379917" y="2126340"/>
                <a:ext cx="44883" cy="51194"/>
              </a:xfrm>
              <a:custGeom>
                <a:avLst/>
                <a:gdLst/>
                <a:ahLst/>
                <a:cxnLst/>
                <a:rect l="l" t="t" r="r" b="b"/>
                <a:pathLst>
                  <a:path w="49" h="56" extrusionOk="0">
                    <a:moveTo>
                      <a:pt x="49" y="30"/>
                    </a:moveTo>
                    <a:cubicBezTo>
                      <a:pt x="49" y="30"/>
                      <a:pt x="16" y="24"/>
                      <a:pt x="0" y="56"/>
                    </a:cubicBezTo>
                    <a:cubicBezTo>
                      <a:pt x="0" y="56"/>
                      <a:pt x="14" y="0"/>
                      <a:pt x="49"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741;p27"/>
              <p:cNvSpPr/>
              <p:nvPr/>
            </p:nvSpPr>
            <p:spPr>
              <a:xfrm>
                <a:off x="8602227" y="2099691"/>
                <a:ext cx="70129" cy="122025"/>
              </a:xfrm>
              <a:custGeom>
                <a:avLst/>
                <a:gdLst/>
                <a:ahLst/>
                <a:cxnLst/>
                <a:rect l="l" t="t" r="r" b="b"/>
                <a:pathLst>
                  <a:path w="76" h="133" extrusionOk="0">
                    <a:moveTo>
                      <a:pt x="0" y="50"/>
                    </a:moveTo>
                    <a:cubicBezTo>
                      <a:pt x="0" y="50"/>
                      <a:pt x="7" y="8"/>
                      <a:pt x="32" y="4"/>
                    </a:cubicBezTo>
                    <a:cubicBezTo>
                      <a:pt x="58" y="0"/>
                      <a:pt x="76" y="133"/>
                      <a:pt x="6" y="92"/>
                    </a:cubicBezTo>
                    <a:lnTo>
                      <a:pt x="0" y="5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27"/>
              <p:cNvSpPr/>
              <p:nvPr/>
            </p:nvSpPr>
            <p:spPr>
              <a:xfrm>
                <a:off x="8609941" y="2134054"/>
                <a:ext cx="30156" cy="30857"/>
              </a:xfrm>
              <a:custGeom>
                <a:avLst/>
                <a:gdLst/>
                <a:ahLst/>
                <a:cxnLst/>
                <a:rect l="l" t="t" r="r" b="b"/>
                <a:pathLst>
                  <a:path w="33" h="34" extrusionOk="0">
                    <a:moveTo>
                      <a:pt x="2" y="34"/>
                    </a:moveTo>
                    <a:cubicBezTo>
                      <a:pt x="3" y="34"/>
                      <a:pt x="4" y="33"/>
                      <a:pt x="4" y="32"/>
                    </a:cubicBezTo>
                    <a:cubicBezTo>
                      <a:pt x="4" y="32"/>
                      <a:pt x="4" y="22"/>
                      <a:pt x="10" y="18"/>
                    </a:cubicBezTo>
                    <a:cubicBezTo>
                      <a:pt x="12" y="17"/>
                      <a:pt x="16" y="17"/>
                      <a:pt x="20" y="19"/>
                    </a:cubicBezTo>
                    <a:cubicBezTo>
                      <a:pt x="21" y="19"/>
                      <a:pt x="22" y="19"/>
                      <a:pt x="22" y="18"/>
                    </a:cubicBezTo>
                    <a:cubicBezTo>
                      <a:pt x="22" y="17"/>
                      <a:pt x="22" y="16"/>
                      <a:pt x="21" y="16"/>
                    </a:cubicBezTo>
                    <a:cubicBezTo>
                      <a:pt x="16" y="14"/>
                      <a:pt x="12" y="14"/>
                      <a:pt x="8" y="16"/>
                    </a:cubicBezTo>
                    <a:cubicBezTo>
                      <a:pt x="7" y="16"/>
                      <a:pt x="6" y="17"/>
                      <a:pt x="6" y="18"/>
                    </a:cubicBezTo>
                    <a:cubicBezTo>
                      <a:pt x="8" y="10"/>
                      <a:pt x="13" y="4"/>
                      <a:pt x="18" y="4"/>
                    </a:cubicBezTo>
                    <a:cubicBezTo>
                      <a:pt x="21" y="3"/>
                      <a:pt x="24" y="5"/>
                      <a:pt x="27" y="8"/>
                    </a:cubicBezTo>
                    <a:cubicBezTo>
                      <a:pt x="29" y="10"/>
                      <a:pt x="30" y="13"/>
                      <a:pt x="30" y="13"/>
                    </a:cubicBezTo>
                    <a:cubicBezTo>
                      <a:pt x="31" y="13"/>
                      <a:pt x="31" y="14"/>
                      <a:pt x="32" y="13"/>
                    </a:cubicBezTo>
                    <a:cubicBezTo>
                      <a:pt x="33" y="13"/>
                      <a:pt x="33" y="12"/>
                      <a:pt x="33" y="11"/>
                    </a:cubicBezTo>
                    <a:cubicBezTo>
                      <a:pt x="33" y="11"/>
                      <a:pt x="28" y="0"/>
                      <a:pt x="18" y="1"/>
                    </a:cubicBezTo>
                    <a:cubicBezTo>
                      <a:pt x="8" y="2"/>
                      <a:pt x="0" y="16"/>
                      <a:pt x="1" y="32"/>
                    </a:cubicBezTo>
                    <a:cubicBezTo>
                      <a:pt x="1" y="33"/>
                      <a:pt x="1" y="34"/>
                      <a:pt x="2" y="34"/>
                    </a:cubicBezTo>
                    <a:close/>
                  </a:path>
                </a:pathLst>
              </a:custGeom>
              <a:solidFill>
                <a:srgbClr val="FFA47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7"/>
              <p:cNvSpPr/>
              <p:nvPr/>
            </p:nvSpPr>
            <p:spPr>
              <a:xfrm>
                <a:off x="8325918" y="1951719"/>
                <a:ext cx="323295" cy="246153"/>
              </a:xfrm>
              <a:custGeom>
                <a:avLst/>
                <a:gdLst/>
                <a:ahLst/>
                <a:cxnLst/>
                <a:rect l="l" t="t" r="r" b="b"/>
                <a:pathLst>
                  <a:path w="352" h="268" extrusionOk="0">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44" name="Google Shape;744;p27"/>
            <p:cNvSpPr/>
            <p:nvPr/>
          </p:nvSpPr>
          <p:spPr>
            <a:xfrm>
              <a:off x="6208623" y="3034516"/>
              <a:ext cx="200575" cy="197948"/>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27"/>
            <p:cNvSpPr/>
            <p:nvPr/>
          </p:nvSpPr>
          <p:spPr>
            <a:xfrm>
              <a:off x="4765672" y="1863625"/>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29"/>
          <p:cNvSpPr txBox="1">
            <a:spLocks noGrp="1"/>
          </p:cNvSpPr>
          <p:nvPr>
            <p:ph type="subTitle" idx="13"/>
          </p:nvPr>
        </p:nvSpPr>
        <p:spPr>
          <a:xfrm>
            <a:off x="1518347" y="1849765"/>
            <a:ext cx="1950346" cy="76716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a:t>
            </a:r>
          </a:p>
          <a:p>
            <a:pPr marL="0" lvl="0" indent="0" algn="l" rtl="0">
              <a:spcBef>
                <a:spcPts val="0"/>
              </a:spcBef>
              <a:spcAft>
                <a:spcPts val="0"/>
              </a:spcAft>
              <a:buNone/>
            </a:pPr>
            <a:r>
              <a:rPr lang="en" dirty="0"/>
              <a:t>Objective</a:t>
            </a:r>
            <a:endParaRPr dirty="0"/>
          </a:p>
        </p:txBody>
      </p:sp>
      <p:sp>
        <p:nvSpPr>
          <p:cNvPr id="760" name="Google Shape;760;p29"/>
          <p:cNvSpPr txBox="1">
            <a:spLocks noGrp="1"/>
          </p:cNvSpPr>
          <p:nvPr>
            <p:ph type="title" idx="5"/>
          </p:nvPr>
        </p:nvSpPr>
        <p:spPr>
          <a:xfrm>
            <a:off x="788109" y="985832"/>
            <a:ext cx="667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761" name="Google Shape;761;p29"/>
          <p:cNvSpPr txBox="1">
            <a:spLocks noGrp="1"/>
          </p:cNvSpPr>
          <p:nvPr>
            <p:ph type="subTitle" idx="9"/>
          </p:nvPr>
        </p:nvSpPr>
        <p:spPr>
          <a:xfrm>
            <a:off x="1524375" y="746098"/>
            <a:ext cx="1930025" cy="53152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762" name="Google Shape;762;p29"/>
          <p:cNvSpPr txBox="1">
            <a:spLocks noGrp="1"/>
          </p:cNvSpPr>
          <p:nvPr>
            <p:ph type="subTitle" idx="15"/>
          </p:nvPr>
        </p:nvSpPr>
        <p:spPr>
          <a:xfrm>
            <a:off x="5723875" y="633409"/>
            <a:ext cx="1970632" cy="64421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Methodology</a:t>
            </a:r>
            <a:endParaRPr dirty="0"/>
          </a:p>
        </p:txBody>
      </p:sp>
      <p:sp>
        <p:nvSpPr>
          <p:cNvPr id="763" name="Google Shape;763;p29"/>
          <p:cNvSpPr txBox="1">
            <a:spLocks noGrp="1"/>
          </p:cNvSpPr>
          <p:nvPr>
            <p:ph type="title"/>
          </p:nvPr>
        </p:nvSpPr>
        <p:spPr>
          <a:xfrm>
            <a:off x="726773" y="20067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764" name="Google Shape;764;p29"/>
          <p:cNvSpPr txBox="1">
            <a:spLocks noGrp="1"/>
          </p:cNvSpPr>
          <p:nvPr>
            <p:ph type="subTitle" idx="3"/>
          </p:nvPr>
        </p:nvSpPr>
        <p:spPr>
          <a:xfrm>
            <a:off x="1437495" y="3469316"/>
            <a:ext cx="2958000" cy="95028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solidFill>
                  <a:srgbClr val="334157"/>
                </a:solidFill>
              </a:rPr>
              <a:t>Include air quality data with relevant environmental factors for forecasting.</a:t>
            </a:r>
            <a:endParaRPr sz="1600" dirty="0">
              <a:solidFill>
                <a:srgbClr val="334157"/>
              </a:solidFill>
            </a:endParaRPr>
          </a:p>
        </p:txBody>
      </p:sp>
      <p:sp>
        <p:nvSpPr>
          <p:cNvPr id="765" name="Google Shape;765;p29"/>
          <p:cNvSpPr txBox="1">
            <a:spLocks noGrp="1"/>
          </p:cNvSpPr>
          <p:nvPr>
            <p:ph type="subTitle" idx="1"/>
          </p:nvPr>
        </p:nvSpPr>
        <p:spPr>
          <a:xfrm>
            <a:off x="1581083" y="1116271"/>
            <a:ext cx="2914010" cy="5480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Overview of the project topic.</a:t>
            </a:r>
          </a:p>
          <a:p>
            <a:pPr marL="0" lvl="0" indent="0" algn="l" rtl="0">
              <a:spcBef>
                <a:spcPts val="0"/>
              </a:spcBef>
              <a:spcAft>
                <a:spcPts val="0"/>
              </a:spcAft>
              <a:buNone/>
            </a:pPr>
            <a:endParaRPr lang="en" dirty="0"/>
          </a:p>
          <a:p>
            <a:pPr marL="0" lvl="0" indent="0" algn="l" rtl="0">
              <a:spcBef>
                <a:spcPts val="0"/>
              </a:spcBef>
              <a:spcAft>
                <a:spcPts val="0"/>
              </a:spcAft>
              <a:buNone/>
            </a:pPr>
            <a:endParaRPr lang="en" dirty="0"/>
          </a:p>
          <a:p>
            <a:pPr marL="0" lvl="0" indent="0" algn="l" rtl="0">
              <a:spcBef>
                <a:spcPts val="0"/>
              </a:spcBef>
              <a:spcAft>
                <a:spcPts val="0"/>
              </a:spcAft>
              <a:buNone/>
            </a:pPr>
            <a:endParaRPr dirty="0"/>
          </a:p>
        </p:txBody>
      </p:sp>
      <p:sp>
        <p:nvSpPr>
          <p:cNvPr id="766" name="Google Shape;766;p29"/>
          <p:cNvSpPr txBox="1">
            <a:spLocks noGrp="1"/>
          </p:cNvSpPr>
          <p:nvPr>
            <p:ph type="subTitle" idx="2"/>
          </p:nvPr>
        </p:nvSpPr>
        <p:spPr>
          <a:xfrm>
            <a:off x="1554725" y="2417545"/>
            <a:ext cx="251435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Provides insight of what the prediction entails.</a:t>
            </a:r>
          </a:p>
          <a:p>
            <a:pPr marL="0" lvl="0" indent="0" algn="l" rtl="0">
              <a:spcBef>
                <a:spcPts val="0"/>
              </a:spcBef>
              <a:spcAft>
                <a:spcPts val="0"/>
              </a:spcAft>
              <a:buNone/>
            </a:pPr>
            <a:endParaRPr dirty="0"/>
          </a:p>
        </p:txBody>
      </p:sp>
      <p:sp>
        <p:nvSpPr>
          <p:cNvPr id="767" name="Google Shape;767;p29"/>
          <p:cNvSpPr txBox="1">
            <a:spLocks noGrp="1"/>
          </p:cNvSpPr>
          <p:nvPr>
            <p:ph type="subTitle" idx="4"/>
          </p:nvPr>
        </p:nvSpPr>
        <p:spPr>
          <a:xfrm>
            <a:off x="5675419" y="1038658"/>
            <a:ext cx="2958000" cy="6271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Outlines the approach used to forecast the air pollution trend.</a:t>
            </a:r>
            <a:endParaRPr dirty="0"/>
          </a:p>
        </p:txBody>
      </p:sp>
      <p:sp>
        <p:nvSpPr>
          <p:cNvPr id="768" name="Google Shape;768;p29"/>
          <p:cNvSpPr txBox="1">
            <a:spLocks noGrp="1"/>
          </p:cNvSpPr>
          <p:nvPr>
            <p:ph type="title" idx="6"/>
          </p:nvPr>
        </p:nvSpPr>
        <p:spPr>
          <a:xfrm>
            <a:off x="652765" y="3300083"/>
            <a:ext cx="667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769" name="Google Shape;769;p29"/>
          <p:cNvSpPr txBox="1">
            <a:spLocks noGrp="1"/>
          </p:cNvSpPr>
          <p:nvPr>
            <p:ph type="title" idx="7"/>
          </p:nvPr>
        </p:nvSpPr>
        <p:spPr>
          <a:xfrm>
            <a:off x="775818" y="2125515"/>
            <a:ext cx="6651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770" name="Google Shape;770;p29"/>
          <p:cNvSpPr txBox="1">
            <a:spLocks noGrp="1"/>
          </p:cNvSpPr>
          <p:nvPr>
            <p:ph type="title" idx="8"/>
          </p:nvPr>
        </p:nvSpPr>
        <p:spPr>
          <a:xfrm>
            <a:off x="5040245" y="923281"/>
            <a:ext cx="927062" cy="46702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771" name="Google Shape;771;p29"/>
          <p:cNvSpPr txBox="1">
            <a:spLocks noGrp="1"/>
          </p:cNvSpPr>
          <p:nvPr>
            <p:ph type="subTitle" idx="14"/>
          </p:nvPr>
        </p:nvSpPr>
        <p:spPr>
          <a:xfrm>
            <a:off x="1437495" y="2964123"/>
            <a:ext cx="2958000" cy="756900"/>
          </a:xfrm>
          <a:prstGeom prst="rect">
            <a:avLst/>
          </a:prstGeom>
        </p:spPr>
        <p:txBody>
          <a:bodyPr spcFirstLastPara="1" wrap="square" lIns="91425" tIns="91425" rIns="91425" bIns="91425" anchor="b" anchorCtr="0">
            <a:noAutofit/>
          </a:bodyPr>
          <a:lstStyle/>
          <a:p>
            <a:pPr marL="0" lvl="0" indent="0"/>
            <a:r>
              <a:rPr lang="en-US" dirty="0"/>
              <a:t>Dataset Description</a:t>
            </a:r>
            <a:endParaRPr dirty="0"/>
          </a:p>
        </p:txBody>
      </p:sp>
      <p:sp>
        <p:nvSpPr>
          <p:cNvPr id="2" name="Rectangle 1"/>
          <p:cNvSpPr/>
          <p:nvPr/>
        </p:nvSpPr>
        <p:spPr>
          <a:xfrm>
            <a:off x="4866438" y="1972688"/>
            <a:ext cx="617477" cy="553998"/>
          </a:xfrm>
          <a:prstGeom prst="rect">
            <a:avLst/>
          </a:prstGeom>
        </p:spPr>
        <p:txBody>
          <a:bodyPr wrap="none">
            <a:spAutoFit/>
          </a:bodyPr>
          <a:lstStyle/>
          <a:p>
            <a:r>
              <a:rPr lang="en" sz="3000" dirty="0">
                <a:solidFill>
                  <a:srgbClr val="4C69B2"/>
                </a:solidFill>
                <a:latin typeface="Baloo 2 ExtraBold" panose="020B0604020202020204" charset="0"/>
                <a:cs typeface="Baloo 2 ExtraBold" panose="020B0604020202020204" charset="0"/>
              </a:rPr>
              <a:t>05</a:t>
            </a:r>
            <a:endParaRPr lang="en-US" sz="3000" dirty="0">
              <a:solidFill>
                <a:srgbClr val="4C69B2"/>
              </a:solidFill>
              <a:latin typeface="Baloo 2 ExtraBold" panose="020B0604020202020204" charset="0"/>
              <a:cs typeface="Baloo 2 ExtraBold" panose="020B0604020202020204" charset="0"/>
            </a:endParaRPr>
          </a:p>
        </p:txBody>
      </p:sp>
      <p:sp>
        <p:nvSpPr>
          <p:cNvPr id="3" name="Rectangle 2"/>
          <p:cNvSpPr/>
          <p:nvPr/>
        </p:nvSpPr>
        <p:spPr>
          <a:xfrm>
            <a:off x="5503776" y="1998043"/>
            <a:ext cx="3147015" cy="415498"/>
          </a:xfrm>
          <a:prstGeom prst="rect">
            <a:avLst/>
          </a:prstGeom>
        </p:spPr>
        <p:txBody>
          <a:bodyPr wrap="none">
            <a:spAutoFit/>
          </a:bodyPr>
          <a:lstStyle/>
          <a:p>
            <a:r>
              <a:rPr lang="en" sz="2100" dirty="0">
                <a:solidFill>
                  <a:srgbClr val="334157"/>
                </a:solidFill>
                <a:latin typeface="Baloo 2 ExtraBold" panose="020B0604020202020204" charset="0"/>
                <a:cs typeface="Baloo 2 ExtraBold" panose="020B0604020202020204" charset="0"/>
              </a:rPr>
              <a:t>Result and Visualization</a:t>
            </a:r>
            <a:endParaRPr lang="en-US" sz="2100" dirty="0">
              <a:solidFill>
                <a:srgbClr val="334157"/>
              </a:solidFill>
              <a:latin typeface="Baloo 2 ExtraBold" panose="020B0604020202020204" charset="0"/>
              <a:cs typeface="Baloo 2 ExtraBold" panose="020B0604020202020204" charset="0"/>
            </a:endParaRPr>
          </a:p>
        </p:txBody>
      </p:sp>
      <p:sp>
        <p:nvSpPr>
          <p:cNvPr id="4" name="Rectangle 3"/>
          <p:cNvSpPr/>
          <p:nvPr/>
        </p:nvSpPr>
        <p:spPr>
          <a:xfrm>
            <a:off x="5520293" y="2249687"/>
            <a:ext cx="2910480" cy="738664"/>
          </a:xfrm>
          <a:prstGeom prst="rect">
            <a:avLst/>
          </a:prstGeom>
        </p:spPr>
        <p:txBody>
          <a:bodyPr wrap="square">
            <a:spAutoFit/>
          </a:bodyPr>
          <a:lstStyle/>
          <a:p>
            <a:pPr lvl="0"/>
            <a:r>
              <a:rPr lang="en-US" dirty="0">
                <a:solidFill>
                  <a:srgbClr val="334157"/>
                </a:solidFill>
              </a:rPr>
              <a:t>Displaying the model performance, findings through graphs.</a:t>
            </a:r>
          </a:p>
        </p:txBody>
      </p:sp>
      <p:sp>
        <p:nvSpPr>
          <p:cNvPr id="5" name="Rectangle 4"/>
          <p:cNvSpPr/>
          <p:nvPr/>
        </p:nvSpPr>
        <p:spPr>
          <a:xfrm>
            <a:off x="5560340" y="3328215"/>
            <a:ext cx="2737840" cy="307777"/>
          </a:xfrm>
          <a:prstGeom prst="rect">
            <a:avLst/>
          </a:prstGeom>
        </p:spPr>
        <p:txBody>
          <a:bodyPr wrap="square">
            <a:spAutoFit/>
          </a:bodyPr>
          <a:lstStyle/>
          <a:p>
            <a:pPr lvl="0"/>
            <a:r>
              <a:rPr lang="en-US" dirty="0">
                <a:solidFill>
                  <a:srgbClr val="334157"/>
                </a:solidFill>
              </a:rPr>
              <a:t>Summary of the entire analysis.</a:t>
            </a:r>
          </a:p>
        </p:txBody>
      </p:sp>
      <p:sp>
        <p:nvSpPr>
          <p:cNvPr id="6" name="Rectangle 5"/>
          <p:cNvSpPr/>
          <p:nvPr/>
        </p:nvSpPr>
        <p:spPr>
          <a:xfrm>
            <a:off x="4817982" y="3023084"/>
            <a:ext cx="665933" cy="553998"/>
          </a:xfrm>
          <a:prstGeom prst="rect">
            <a:avLst/>
          </a:prstGeom>
        </p:spPr>
        <p:txBody>
          <a:bodyPr wrap="square">
            <a:spAutoFit/>
          </a:bodyPr>
          <a:lstStyle/>
          <a:p>
            <a:r>
              <a:rPr lang="en" sz="3000" dirty="0">
                <a:solidFill>
                  <a:srgbClr val="4C69B2"/>
                </a:solidFill>
                <a:latin typeface="Baloo 2 ExtraBold" panose="020B0604020202020204" charset="0"/>
                <a:cs typeface="Baloo 2 ExtraBold" panose="020B0604020202020204" charset="0"/>
              </a:rPr>
              <a:t>06</a:t>
            </a:r>
            <a:endParaRPr lang="en-US" sz="3000" dirty="0"/>
          </a:p>
        </p:txBody>
      </p:sp>
      <p:sp>
        <p:nvSpPr>
          <p:cNvPr id="7" name="Rectangle 6"/>
          <p:cNvSpPr/>
          <p:nvPr/>
        </p:nvSpPr>
        <p:spPr>
          <a:xfrm>
            <a:off x="5489791" y="3067935"/>
            <a:ext cx="1540806" cy="415498"/>
          </a:xfrm>
          <a:prstGeom prst="rect">
            <a:avLst/>
          </a:prstGeom>
        </p:spPr>
        <p:txBody>
          <a:bodyPr wrap="none">
            <a:spAutoFit/>
          </a:bodyPr>
          <a:lstStyle/>
          <a:p>
            <a:r>
              <a:rPr lang="en" sz="2100" dirty="0">
                <a:solidFill>
                  <a:srgbClr val="334157"/>
                </a:solidFill>
                <a:latin typeface="Baloo 2 ExtraBold" panose="020B0604020202020204" charset="0"/>
                <a:cs typeface="Baloo 2 ExtraBold" panose="020B0604020202020204" charset="0"/>
              </a:rPr>
              <a:t>Conclusion</a:t>
            </a:r>
            <a:endParaRPr lang="en-US" sz="2100" dirty="0">
              <a:solidFill>
                <a:srgbClr val="334157"/>
              </a:solidFill>
              <a:latin typeface="Baloo 2 ExtraBold" panose="020B0604020202020204" charset="0"/>
              <a:cs typeface="Baloo 2 ExtraBold" panose="020B06040202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777" name="Google Shape;777;p30"/>
          <p:cNvSpPr txBox="1">
            <a:spLocks noGrp="1"/>
          </p:cNvSpPr>
          <p:nvPr>
            <p:ph type="subTitle" idx="1"/>
          </p:nvPr>
        </p:nvSpPr>
        <p:spPr>
          <a:xfrm>
            <a:off x="4731475" y="1538600"/>
            <a:ext cx="3699300" cy="2701800"/>
          </a:xfrm>
          <a:prstGeom prst="rect">
            <a:avLst/>
          </a:prstGeom>
        </p:spPr>
        <p:txBody>
          <a:bodyPr spcFirstLastPara="1" wrap="square" lIns="91425" tIns="91425" rIns="91425" bIns="91425" anchor="t" anchorCtr="0">
            <a:noAutofit/>
          </a:bodyPr>
          <a:lstStyle/>
          <a:p>
            <a:pPr marL="0" lvl="0" indent="0"/>
            <a:r>
              <a:rPr lang="en-US" dirty="0"/>
              <a:t>This project aims to predict Carbon Monoxide (CO) concentration using historical air quality data from the UCI Air Quality dataset.</a:t>
            </a:r>
            <a:br>
              <a:rPr lang="en-US" dirty="0"/>
            </a:br>
            <a:r>
              <a:rPr lang="en-US" dirty="0"/>
              <a:t>By applying various machine learning models, we analyze environmental sensor data to forecast CO levels and evaluate model performance..</a:t>
            </a:r>
          </a:p>
        </p:txBody>
      </p:sp>
      <p:sp>
        <p:nvSpPr>
          <p:cNvPr id="778" name="Google Shape;778;p30"/>
          <p:cNvSpPr txBox="1">
            <a:spLocks noGrp="1"/>
          </p:cNvSpPr>
          <p:nvPr>
            <p:ph type="subTitle" idx="2"/>
          </p:nvPr>
        </p:nvSpPr>
        <p:spPr>
          <a:xfrm>
            <a:off x="872400" y="1538599"/>
            <a:ext cx="3699300" cy="3182413"/>
          </a:xfrm>
          <a:prstGeom prst="rect">
            <a:avLst/>
          </a:prstGeom>
        </p:spPr>
        <p:txBody>
          <a:bodyPr spcFirstLastPara="1" wrap="square" lIns="91425" tIns="91425" rIns="91425" bIns="91425" anchor="t" anchorCtr="0">
            <a:noAutofit/>
          </a:bodyPr>
          <a:lstStyle/>
          <a:p>
            <a:pPr marL="0" lvl="0" indent="0"/>
            <a:r>
              <a:rPr lang="en-US" dirty="0"/>
              <a:t>Air pollution remains a major environmental concern, impacting both public health and climate conditions.</a:t>
            </a:r>
            <a:br>
              <a:rPr lang="en-US" dirty="0"/>
            </a:br>
            <a:r>
              <a:rPr lang="en-US" dirty="0">
                <a:solidFill>
                  <a:srgbClr val="FF0000"/>
                </a:solidFill>
              </a:rPr>
              <a:t>This project focuses on predicting Carbon Monoxide (CO) concentration based on environmental sensor </a:t>
            </a:r>
            <a:r>
              <a:rPr lang="en-US" dirty="0"/>
              <a:t>data using Python and various machine learning models..</a:t>
            </a:r>
          </a:p>
        </p:txBody>
      </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31"/>
          <p:cNvSpPr txBox="1">
            <a:spLocks noGrp="1"/>
          </p:cNvSpPr>
          <p:nvPr>
            <p:ph type="title"/>
          </p:nvPr>
        </p:nvSpPr>
        <p:spPr>
          <a:xfrm>
            <a:off x="4006542" y="2936624"/>
            <a:ext cx="3518632" cy="130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dirty="0"/>
              <a:t>Project Objectives</a:t>
            </a:r>
            <a:endParaRPr sz="4800" dirty="0"/>
          </a:p>
        </p:txBody>
      </p:sp>
      <p:sp>
        <p:nvSpPr>
          <p:cNvPr id="784" name="Google Shape;784;p31"/>
          <p:cNvSpPr txBox="1">
            <a:spLocks noGrp="1"/>
          </p:cNvSpPr>
          <p:nvPr>
            <p:ph type="title" idx="2"/>
          </p:nvPr>
        </p:nvSpPr>
        <p:spPr>
          <a:xfrm flipV="1">
            <a:off x="3498017" y="6233600"/>
            <a:ext cx="753943" cy="6814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785" name="Google Shape;785;p31"/>
          <p:cNvSpPr txBox="1">
            <a:spLocks noGrp="1"/>
          </p:cNvSpPr>
          <p:nvPr>
            <p:ph type="subTitle" idx="1"/>
          </p:nvPr>
        </p:nvSpPr>
        <p:spPr>
          <a:xfrm>
            <a:off x="3521582" y="5926740"/>
            <a:ext cx="45597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grpSp>
        <p:nvGrpSpPr>
          <p:cNvPr id="880" name="Google Shape;669;p27">
            <a:extLst>
              <a:ext uri="{FF2B5EF4-FFF2-40B4-BE49-F238E27FC236}">
                <a16:creationId xmlns:a16="http://schemas.microsoft.com/office/drawing/2014/main" id="{158C8328-D0C0-9A10-E527-330093300B15}"/>
              </a:ext>
            </a:extLst>
          </p:cNvPr>
          <p:cNvGrpSpPr/>
          <p:nvPr/>
        </p:nvGrpSpPr>
        <p:grpSpPr>
          <a:xfrm>
            <a:off x="538577" y="519804"/>
            <a:ext cx="3246799" cy="3446635"/>
            <a:chOff x="4765672" y="760436"/>
            <a:chExt cx="3246799" cy="3446635"/>
          </a:xfrm>
        </p:grpSpPr>
        <p:sp>
          <p:nvSpPr>
            <p:cNvPr id="881" name="Google Shape;670;p27">
              <a:extLst>
                <a:ext uri="{FF2B5EF4-FFF2-40B4-BE49-F238E27FC236}">
                  <a16:creationId xmlns:a16="http://schemas.microsoft.com/office/drawing/2014/main" id="{86B6F0BF-60BE-6A05-FFC9-76EEF30865F4}"/>
                </a:ext>
              </a:extLst>
            </p:cNvPr>
            <p:cNvSpPr/>
            <p:nvPr/>
          </p:nvSpPr>
          <p:spPr>
            <a:xfrm>
              <a:off x="4980353" y="1104437"/>
              <a:ext cx="653350" cy="64479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82" name="Google Shape;671;p27">
              <a:extLst>
                <a:ext uri="{FF2B5EF4-FFF2-40B4-BE49-F238E27FC236}">
                  <a16:creationId xmlns:a16="http://schemas.microsoft.com/office/drawing/2014/main" id="{867DA42D-1BE8-5BCF-C281-3B866BBFF7D8}"/>
                </a:ext>
              </a:extLst>
            </p:cNvPr>
            <p:cNvGrpSpPr/>
            <p:nvPr/>
          </p:nvGrpSpPr>
          <p:grpSpPr>
            <a:xfrm>
              <a:off x="5401276" y="1531636"/>
              <a:ext cx="1966177" cy="1269999"/>
              <a:chOff x="5401276" y="1531636"/>
              <a:chExt cx="1966177" cy="1269999"/>
            </a:xfrm>
          </p:grpSpPr>
          <p:sp>
            <p:nvSpPr>
              <p:cNvPr id="946" name="Google Shape;672;p27">
                <a:extLst>
                  <a:ext uri="{FF2B5EF4-FFF2-40B4-BE49-F238E27FC236}">
                    <a16:creationId xmlns:a16="http://schemas.microsoft.com/office/drawing/2014/main" id="{99DE024B-4013-A4D9-3B5A-006CAB8D972B}"/>
                  </a:ext>
                </a:extLst>
              </p:cNvPr>
              <p:cNvSpPr/>
              <p:nvPr/>
            </p:nvSpPr>
            <p:spPr>
              <a:xfrm>
                <a:off x="5401276" y="1651521"/>
                <a:ext cx="1966177" cy="115011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7" name="Google Shape;673;p27">
                <a:extLst>
                  <a:ext uri="{FF2B5EF4-FFF2-40B4-BE49-F238E27FC236}">
                    <a16:creationId xmlns:a16="http://schemas.microsoft.com/office/drawing/2014/main" id="{C4819E8C-BC05-FF4D-CB41-672C10A53BAE}"/>
                  </a:ext>
                </a:extLst>
              </p:cNvPr>
              <p:cNvSpPr/>
              <p:nvPr/>
            </p:nvSpPr>
            <p:spPr>
              <a:xfrm>
                <a:off x="5401276" y="1531636"/>
                <a:ext cx="1966109" cy="119885"/>
              </a:xfrm>
              <a:custGeom>
                <a:avLst/>
                <a:gdLst/>
                <a:ahLst/>
                <a:cxnLst/>
                <a:rect l="l" t="t" r="r" b="b"/>
                <a:pathLst>
                  <a:path w="2512" h="153" extrusionOk="0">
                    <a:moveTo>
                      <a:pt x="2512" y="73"/>
                    </a:moveTo>
                    <a:cubicBezTo>
                      <a:pt x="2512" y="153"/>
                      <a:pt x="2512" y="153"/>
                      <a:pt x="2512" y="153"/>
                    </a:cubicBezTo>
                    <a:cubicBezTo>
                      <a:pt x="0" y="153"/>
                      <a:pt x="0" y="153"/>
                      <a:pt x="0" y="153"/>
                    </a:cubicBezTo>
                    <a:cubicBezTo>
                      <a:pt x="0" y="73"/>
                      <a:pt x="0" y="73"/>
                      <a:pt x="0" y="73"/>
                    </a:cubicBezTo>
                    <a:cubicBezTo>
                      <a:pt x="0" y="33"/>
                      <a:pt x="32" y="0"/>
                      <a:pt x="72" y="0"/>
                    </a:cubicBezTo>
                    <a:cubicBezTo>
                      <a:pt x="2440" y="0"/>
                      <a:pt x="2440" y="0"/>
                      <a:pt x="2440" y="0"/>
                    </a:cubicBezTo>
                    <a:cubicBezTo>
                      <a:pt x="2480" y="0"/>
                      <a:pt x="2512" y="33"/>
                      <a:pt x="2512" y="73"/>
                    </a:cubicBezTo>
                    <a:close/>
                  </a:path>
                </a:pathLst>
              </a:custGeom>
              <a:solidFill>
                <a:srgbClr val="4C69B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8" name="Google Shape;674;p27">
                <a:extLst>
                  <a:ext uri="{FF2B5EF4-FFF2-40B4-BE49-F238E27FC236}">
                    <a16:creationId xmlns:a16="http://schemas.microsoft.com/office/drawing/2014/main" id="{396DAD86-79B6-5689-487F-A22B87A05A11}"/>
                  </a:ext>
                </a:extLst>
              </p:cNvPr>
              <p:cNvSpPr/>
              <p:nvPr/>
            </p:nvSpPr>
            <p:spPr>
              <a:xfrm>
                <a:off x="5454368" y="1564176"/>
                <a:ext cx="54780"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675;p27">
                <a:extLst>
                  <a:ext uri="{FF2B5EF4-FFF2-40B4-BE49-F238E27FC236}">
                    <a16:creationId xmlns:a16="http://schemas.microsoft.com/office/drawing/2014/main" id="{F1EDA3B1-9B52-64A5-ABC0-D9FA48560D82}"/>
                  </a:ext>
                </a:extLst>
              </p:cNvPr>
              <p:cNvSpPr/>
              <p:nvPr/>
            </p:nvSpPr>
            <p:spPr>
              <a:xfrm>
                <a:off x="5538287" y="1564176"/>
                <a:ext cx="55586"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0" name="Google Shape;676;p27">
                <a:extLst>
                  <a:ext uri="{FF2B5EF4-FFF2-40B4-BE49-F238E27FC236}">
                    <a16:creationId xmlns:a16="http://schemas.microsoft.com/office/drawing/2014/main" id="{55213520-107B-A70A-5B55-D92FD14387AF}"/>
                  </a:ext>
                </a:extLst>
              </p:cNvPr>
              <p:cNvSpPr/>
              <p:nvPr/>
            </p:nvSpPr>
            <p:spPr>
              <a:xfrm>
                <a:off x="5623919" y="1564176"/>
                <a:ext cx="54780" cy="547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1" name="Google Shape;677;p27">
                <a:extLst>
                  <a:ext uri="{FF2B5EF4-FFF2-40B4-BE49-F238E27FC236}">
                    <a16:creationId xmlns:a16="http://schemas.microsoft.com/office/drawing/2014/main" id="{AFEBFC31-16DE-4B99-9BA0-DA46DFDB3295}"/>
                  </a:ext>
                </a:extLst>
              </p:cNvPr>
              <p:cNvSpPr/>
              <p:nvPr/>
            </p:nvSpPr>
            <p:spPr>
              <a:xfrm>
                <a:off x="5498040" y="1803090"/>
                <a:ext cx="1773372" cy="67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2" name="Google Shape;678;p27">
                <a:extLst>
                  <a:ext uri="{FF2B5EF4-FFF2-40B4-BE49-F238E27FC236}">
                    <a16:creationId xmlns:a16="http://schemas.microsoft.com/office/drawing/2014/main" id="{A8F51389-5A3C-0645-925E-FA6FCED2A530}"/>
                  </a:ext>
                </a:extLst>
              </p:cNvPr>
              <p:cNvSpPr/>
              <p:nvPr/>
            </p:nvSpPr>
            <p:spPr>
              <a:xfrm>
                <a:off x="5498040" y="1983774"/>
                <a:ext cx="1773372" cy="67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679;p27">
                <a:extLst>
                  <a:ext uri="{FF2B5EF4-FFF2-40B4-BE49-F238E27FC236}">
                    <a16:creationId xmlns:a16="http://schemas.microsoft.com/office/drawing/2014/main" id="{01076D4A-FF16-13C3-D7A3-8203D9778808}"/>
                  </a:ext>
                </a:extLst>
              </p:cNvPr>
              <p:cNvSpPr/>
              <p:nvPr/>
            </p:nvSpPr>
            <p:spPr>
              <a:xfrm>
                <a:off x="5498040" y="2165314"/>
                <a:ext cx="1773372" cy="5908"/>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4" name="Google Shape;680;p27">
                <a:extLst>
                  <a:ext uri="{FF2B5EF4-FFF2-40B4-BE49-F238E27FC236}">
                    <a16:creationId xmlns:a16="http://schemas.microsoft.com/office/drawing/2014/main" id="{A340B831-DFD9-4847-242D-AE45AF3E12B3}"/>
                  </a:ext>
                </a:extLst>
              </p:cNvPr>
              <p:cNvSpPr/>
              <p:nvPr/>
            </p:nvSpPr>
            <p:spPr>
              <a:xfrm>
                <a:off x="5498040" y="2345997"/>
                <a:ext cx="1773372" cy="5908"/>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5" name="Google Shape;681;p27">
                <a:extLst>
                  <a:ext uri="{FF2B5EF4-FFF2-40B4-BE49-F238E27FC236}">
                    <a16:creationId xmlns:a16="http://schemas.microsoft.com/office/drawing/2014/main" id="{402DA79A-6255-087D-5DB5-113317F2843C}"/>
                  </a:ext>
                </a:extLst>
              </p:cNvPr>
              <p:cNvSpPr/>
              <p:nvPr/>
            </p:nvSpPr>
            <p:spPr>
              <a:xfrm>
                <a:off x="5498040" y="1888722"/>
                <a:ext cx="1773436" cy="834914"/>
              </a:xfrm>
              <a:custGeom>
                <a:avLst/>
                <a:gdLst/>
                <a:ahLst/>
                <a:cxnLst/>
                <a:rect l="l" t="t" r="r" b="b"/>
                <a:pathLst>
                  <a:path w="2266" h="1067" extrusionOk="0">
                    <a:moveTo>
                      <a:pt x="0" y="232"/>
                    </a:moveTo>
                    <a:cubicBezTo>
                      <a:pt x="137" y="97"/>
                      <a:pt x="137" y="97"/>
                      <a:pt x="137" y="97"/>
                    </a:cubicBezTo>
                    <a:cubicBezTo>
                      <a:pt x="226" y="9"/>
                      <a:pt x="367" y="0"/>
                      <a:pt x="466" y="76"/>
                    </a:cubicBezTo>
                    <a:cubicBezTo>
                      <a:pt x="852" y="371"/>
                      <a:pt x="852" y="371"/>
                      <a:pt x="852" y="371"/>
                    </a:cubicBezTo>
                    <a:cubicBezTo>
                      <a:pt x="949" y="446"/>
                      <a:pt x="1085" y="440"/>
                      <a:pt x="1174" y="357"/>
                    </a:cubicBezTo>
                    <a:cubicBezTo>
                      <a:pt x="1235" y="302"/>
                      <a:pt x="1235" y="302"/>
                      <a:pt x="1235" y="302"/>
                    </a:cubicBezTo>
                    <a:cubicBezTo>
                      <a:pt x="1308" y="235"/>
                      <a:pt x="1413" y="217"/>
                      <a:pt x="1504" y="256"/>
                    </a:cubicBezTo>
                    <a:cubicBezTo>
                      <a:pt x="2266" y="584"/>
                      <a:pt x="2266" y="584"/>
                      <a:pt x="2266" y="584"/>
                    </a:cubicBezTo>
                    <a:cubicBezTo>
                      <a:pt x="2266" y="1067"/>
                      <a:pt x="2266" y="1067"/>
                      <a:pt x="2266" y="1067"/>
                    </a:cubicBezTo>
                    <a:cubicBezTo>
                      <a:pt x="0" y="1067"/>
                      <a:pt x="0" y="1067"/>
                      <a:pt x="0" y="1067"/>
                    </a:cubicBezTo>
                    <a:lnTo>
                      <a:pt x="0" y="23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6" name="Google Shape;682;p27">
                <a:extLst>
                  <a:ext uri="{FF2B5EF4-FFF2-40B4-BE49-F238E27FC236}">
                    <a16:creationId xmlns:a16="http://schemas.microsoft.com/office/drawing/2014/main" id="{50396026-5276-7054-3885-332FA269EA42}"/>
                  </a:ext>
                </a:extLst>
              </p:cNvPr>
              <p:cNvSpPr/>
              <p:nvPr/>
            </p:nvSpPr>
            <p:spPr>
              <a:xfrm>
                <a:off x="5498040" y="1923831"/>
                <a:ext cx="1773436" cy="799805"/>
              </a:xfrm>
              <a:custGeom>
                <a:avLst/>
                <a:gdLst/>
                <a:ahLst/>
                <a:cxnLst/>
                <a:rect l="l" t="t" r="r" b="b"/>
                <a:pathLst>
                  <a:path w="2266" h="1022" extrusionOk="0">
                    <a:moveTo>
                      <a:pt x="0" y="1022"/>
                    </a:moveTo>
                    <a:cubicBezTo>
                      <a:pt x="371" y="590"/>
                      <a:pt x="371" y="590"/>
                      <a:pt x="371" y="590"/>
                    </a:cubicBezTo>
                    <a:cubicBezTo>
                      <a:pt x="468" y="477"/>
                      <a:pt x="643" y="473"/>
                      <a:pt x="745" y="582"/>
                    </a:cubicBezTo>
                    <a:cubicBezTo>
                      <a:pt x="840" y="683"/>
                      <a:pt x="998" y="688"/>
                      <a:pt x="1100" y="594"/>
                    </a:cubicBezTo>
                    <a:cubicBezTo>
                      <a:pt x="1634" y="99"/>
                      <a:pt x="1634" y="99"/>
                      <a:pt x="1634" y="99"/>
                    </a:cubicBezTo>
                    <a:cubicBezTo>
                      <a:pt x="1741" y="0"/>
                      <a:pt x="1909" y="12"/>
                      <a:pt x="2001" y="125"/>
                    </a:cubicBezTo>
                    <a:cubicBezTo>
                      <a:pt x="2266" y="453"/>
                      <a:pt x="2266" y="453"/>
                      <a:pt x="2266" y="453"/>
                    </a:cubicBezTo>
                    <a:cubicBezTo>
                      <a:pt x="2266" y="1022"/>
                      <a:pt x="2266" y="1022"/>
                      <a:pt x="2266" y="1022"/>
                    </a:cubicBezTo>
                    <a:lnTo>
                      <a:pt x="0" y="102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83" name="Google Shape;683;p27">
              <a:extLst>
                <a:ext uri="{FF2B5EF4-FFF2-40B4-BE49-F238E27FC236}">
                  <a16:creationId xmlns:a16="http://schemas.microsoft.com/office/drawing/2014/main" id="{0CB6C454-E417-9ED0-A55F-1E736F40E769}"/>
                </a:ext>
              </a:extLst>
            </p:cNvPr>
            <p:cNvGrpSpPr/>
            <p:nvPr/>
          </p:nvGrpSpPr>
          <p:grpSpPr>
            <a:xfrm>
              <a:off x="6490512" y="1274487"/>
              <a:ext cx="570358" cy="534450"/>
              <a:chOff x="6490512" y="890962"/>
              <a:chExt cx="570358" cy="534450"/>
            </a:xfrm>
          </p:grpSpPr>
          <p:sp>
            <p:nvSpPr>
              <p:cNvPr id="934" name="Google Shape;684;p27">
                <a:extLst>
                  <a:ext uri="{FF2B5EF4-FFF2-40B4-BE49-F238E27FC236}">
                    <a16:creationId xmlns:a16="http://schemas.microsoft.com/office/drawing/2014/main" id="{964539FF-6032-1F69-DB47-0BB25B468FC7}"/>
                  </a:ext>
                </a:extLst>
              </p:cNvPr>
              <p:cNvSpPr/>
              <p:nvPr/>
            </p:nvSpPr>
            <p:spPr>
              <a:xfrm>
                <a:off x="6490512" y="946623"/>
                <a:ext cx="570358" cy="478789"/>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5" name="Google Shape;685;p27">
                <a:extLst>
                  <a:ext uri="{FF2B5EF4-FFF2-40B4-BE49-F238E27FC236}">
                    <a16:creationId xmlns:a16="http://schemas.microsoft.com/office/drawing/2014/main" id="{2C871083-006F-57D7-C210-239A895C7E22}"/>
                  </a:ext>
                </a:extLst>
              </p:cNvPr>
              <p:cNvSpPr/>
              <p:nvPr/>
            </p:nvSpPr>
            <p:spPr>
              <a:xfrm>
                <a:off x="6581282" y="1372215"/>
                <a:ext cx="88883" cy="14501"/>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6" name="Google Shape;686;p27">
                <a:extLst>
                  <a:ext uri="{FF2B5EF4-FFF2-40B4-BE49-F238E27FC236}">
                    <a16:creationId xmlns:a16="http://schemas.microsoft.com/office/drawing/2014/main" id="{8023C5E3-0BFF-E6B7-BCD3-54E573B27A95}"/>
                  </a:ext>
                </a:extLst>
              </p:cNvPr>
              <p:cNvSpPr/>
              <p:nvPr/>
            </p:nvSpPr>
            <p:spPr>
              <a:xfrm>
                <a:off x="6530758" y="1361939"/>
                <a:ext cx="34372" cy="35177"/>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7" name="Google Shape;687;p27">
                <a:extLst>
                  <a:ext uri="{FF2B5EF4-FFF2-40B4-BE49-F238E27FC236}">
                    <a16:creationId xmlns:a16="http://schemas.microsoft.com/office/drawing/2014/main" id="{CB64A774-A091-5F9D-9676-8004EF2E14B4}"/>
                  </a:ext>
                </a:extLst>
              </p:cNvPr>
              <p:cNvSpPr/>
              <p:nvPr/>
            </p:nvSpPr>
            <p:spPr>
              <a:xfrm>
                <a:off x="6938367" y="1372215"/>
                <a:ext cx="89958" cy="14501"/>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8" name="Google Shape;688;p27">
                <a:extLst>
                  <a:ext uri="{FF2B5EF4-FFF2-40B4-BE49-F238E27FC236}">
                    <a16:creationId xmlns:a16="http://schemas.microsoft.com/office/drawing/2014/main" id="{1B869024-283F-5AD8-842D-163AB631A2B2}"/>
                  </a:ext>
                </a:extLst>
              </p:cNvPr>
              <p:cNvSpPr/>
              <p:nvPr/>
            </p:nvSpPr>
            <p:spPr>
              <a:xfrm>
                <a:off x="6888700" y="1361939"/>
                <a:ext cx="35177" cy="35177"/>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9" name="Google Shape;689;p27">
                <a:extLst>
                  <a:ext uri="{FF2B5EF4-FFF2-40B4-BE49-F238E27FC236}">
                    <a16:creationId xmlns:a16="http://schemas.microsoft.com/office/drawing/2014/main" id="{31E62DF7-95AF-3B7C-2B01-E569DC5F4A7E}"/>
                  </a:ext>
                </a:extLst>
              </p:cNvPr>
              <p:cNvSpPr/>
              <p:nvPr/>
            </p:nvSpPr>
            <p:spPr>
              <a:xfrm>
                <a:off x="6490512" y="890962"/>
                <a:ext cx="570309" cy="55661"/>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0" name="Google Shape;690;p27">
                <a:extLst>
                  <a:ext uri="{FF2B5EF4-FFF2-40B4-BE49-F238E27FC236}">
                    <a16:creationId xmlns:a16="http://schemas.microsoft.com/office/drawing/2014/main" id="{D8DF1C02-6A67-754E-4031-5A0335853D7C}"/>
                  </a:ext>
                </a:extLst>
              </p:cNvPr>
              <p:cNvSpPr/>
              <p:nvPr/>
            </p:nvSpPr>
            <p:spPr>
              <a:xfrm>
                <a:off x="6514489" y="906376"/>
                <a:ext cx="25779"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1" name="Google Shape;691;p27">
                <a:extLst>
                  <a:ext uri="{FF2B5EF4-FFF2-40B4-BE49-F238E27FC236}">
                    <a16:creationId xmlns:a16="http://schemas.microsoft.com/office/drawing/2014/main" id="{2523E559-6C65-E0F1-9376-D572467FB7D7}"/>
                  </a:ext>
                </a:extLst>
              </p:cNvPr>
              <p:cNvSpPr/>
              <p:nvPr/>
            </p:nvSpPr>
            <p:spPr>
              <a:xfrm>
                <a:off x="6553879" y="906376"/>
                <a:ext cx="25779"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2" name="Google Shape;692;p27">
                <a:extLst>
                  <a:ext uri="{FF2B5EF4-FFF2-40B4-BE49-F238E27FC236}">
                    <a16:creationId xmlns:a16="http://schemas.microsoft.com/office/drawing/2014/main" id="{1FBA07F9-AE18-ECC5-F64A-73FCD5427566}"/>
                  </a:ext>
                </a:extLst>
              </p:cNvPr>
              <p:cNvSpPr/>
              <p:nvPr/>
            </p:nvSpPr>
            <p:spPr>
              <a:xfrm>
                <a:off x="6593270" y="906376"/>
                <a:ext cx="26584" cy="25779"/>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3" name="Google Shape;693;p27">
                <a:extLst>
                  <a:ext uri="{FF2B5EF4-FFF2-40B4-BE49-F238E27FC236}">
                    <a16:creationId xmlns:a16="http://schemas.microsoft.com/office/drawing/2014/main" id="{58C8317C-34FB-9633-6C69-0455D44CA5DE}"/>
                  </a:ext>
                </a:extLst>
              </p:cNvPr>
              <p:cNvSpPr/>
              <p:nvPr/>
            </p:nvSpPr>
            <p:spPr>
              <a:xfrm>
                <a:off x="6591557" y="980876"/>
                <a:ext cx="368100" cy="3681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4" name="Google Shape;694;p27">
                <a:extLst>
                  <a:ext uri="{FF2B5EF4-FFF2-40B4-BE49-F238E27FC236}">
                    <a16:creationId xmlns:a16="http://schemas.microsoft.com/office/drawing/2014/main" id="{7B118070-1962-A213-9E36-B3D4371BEDB9}"/>
                  </a:ext>
                </a:extLst>
              </p:cNvPr>
              <p:cNvSpPr/>
              <p:nvPr/>
            </p:nvSpPr>
            <p:spPr>
              <a:xfrm>
                <a:off x="6654069" y="1044243"/>
                <a:ext cx="236344" cy="236344"/>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5" name="Google Shape;695;p27">
                <a:extLst>
                  <a:ext uri="{FF2B5EF4-FFF2-40B4-BE49-F238E27FC236}">
                    <a16:creationId xmlns:a16="http://schemas.microsoft.com/office/drawing/2014/main" id="{FF55BA00-30CD-4328-485C-2CC615F32873}"/>
                  </a:ext>
                </a:extLst>
              </p:cNvPr>
              <p:cNvSpPr/>
              <p:nvPr/>
            </p:nvSpPr>
            <p:spPr>
              <a:xfrm>
                <a:off x="6635229" y="1037393"/>
                <a:ext cx="116460" cy="110466"/>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84" name="Google Shape;696;p27">
              <a:extLst>
                <a:ext uri="{FF2B5EF4-FFF2-40B4-BE49-F238E27FC236}">
                  <a16:creationId xmlns:a16="http://schemas.microsoft.com/office/drawing/2014/main" id="{F559D00A-3C67-21D0-FC79-03B4B629F514}"/>
                </a:ext>
              </a:extLst>
            </p:cNvPr>
            <p:cNvGrpSpPr/>
            <p:nvPr/>
          </p:nvGrpSpPr>
          <p:grpSpPr>
            <a:xfrm>
              <a:off x="5094926" y="2317556"/>
              <a:ext cx="717033" cy="1014339"/>
              <a:chOff x="5094926" y="2317556"/>
              <a:chExt cx="717033" cy="1014339"/>
            </a:xfrm>
          </p:grpSpPr>
          <p:sp>
            <p:nvSpPr>
              <p:cNvPr id="921" name="Google Shape;697;p27">
                <a:extLst>
                  <a:ext uri="{FF2B5EF4-FFF2-40B4-BE49-F238E27FC236}">
                    <a16:creationId xmlns:a16="http://schemas.microsoft.com/office/drawing/2014/main" id="{23A7E379-36A6-6603-C806-4E2B993979F0}"/>
                  </a:ext>
                </a:extLst>
              </p:cNvPr>
              <p:cNvSpPr/>
              <p:nvPr/>
            </p:nvSpPr>
            <p:spPr>
              <a:xfrm>
                <a:off x="5094926" y="2395159"/>
                <a:ext cx="717033" cy="936736"/>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698;p27">
                <a:extLst>
                  <a:ext uri="{FF2B5EF4-FFF2-40B4-BE49-F238E27FC236}">
                    <a16:creationId xmlns:a16="http://schemas.microsoft.com/office/drawing/2014/main" id="{12D12126-1145-29C5-0968-DCE453A6DCC9}"/>
                  </a:ext>
                </a:extLst>
              </p:cNvPr>
              <p:cNvSpPr/>
              <p:nvPr/>
            </p:nvSpPr>
            <p:spPr>
              <a:xfrm>
                <a:off x="5094926" y="2317556"/>
                <a:ext cx="717009" cy="7760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699;p27">
                <a:extLst>
                  <a:ext uri="{FF2B5EF4-FFF2-40B4-BE49-F238E27FC236}">
                    <a16:creationId xmlns:a16="http://schemas.microsoft.com/office/drawing/2014/main" id="{625E94DF-F575-F90B-A810-8BA5B47BC536}"/>
                  </a:ext>
                </a:extLst>
              </p:cNvPr>
              <p:cNvSpPr/>
              <p:nvPr/>
            </p:nvSpPr>
            <p:spPr>
              <a:xfrm>
                <a:off x="5128808" y="2338323"/>
                <a:ext cx="35989"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700;p27">
                <a:extLst>
                  <a:ext uri="{FF2B5EF4-FFF2-40B4-BE49-F238E27FC236}">
                    <a16:creationId xmlns:a16="http://schemas.microsoft.com/office/drawing/2014/main" id="{47A47A2D-52F5-280A-5C49-810D6BB2FDE2}"/>
                  </a:ext>
                </a:extLst>
              </p:cNvPr>
              <p:cNvSpPr/>
              <p:nvPr/>
            </p:nvSpPr>
            <p:spPr>
              <a:xfrm>
                <a:off x="5183458" y="2338323"/>
                <a:ext cx="35989"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701;p27">
                <a:extLst>
                  <a:ext uri="{FF2B5EF4-FFF2-40B4-BE49-F238E27FC236}">
                    <a16:creationId xmlns:a16="http://schemas.microsoft.com/office/drawing/2014/main" id="{899673B5-323F-A20F-4A4E-A65E052252E7}"/>
                  </a:ext>
                </a:extLst>
              </p:cNvPr>
              <p:cNvSpPr/>
              <p:nvPr/>
            </p:nvSpPr>
            <p:spPr>
              <a:xfrm>
                <a:off x="5239202" y="2338323"/>
                <a:ext cx="34961" cy="3496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6" name="Google Shape;702;p27">
                <a:extLst>
                  <a:ext uri="{FF2B5EF4-FFF2-40B4-BE49-F238E27FC236}">
                    <a16:creationId xmlns:a16="http://schemas.microsoft.com/office/drawing/2014/main" id="{1CAEC503-171F-915B-2DBB-E46351FFC94E}"/>
                  </a:ext>
                </a:extLst>
              </p:cNvPr>
              <p:cNvSpPr/>
              <p:nvPr/>
            </p:nvSpPr>
            <p:spPr>
              <a:xfrm>
                <a:off x="5209690" y="2827988"/>
                <a:ext cx="111394" cy="162806"/>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7" name="Google Shape;703;p27">
                <a:extLst>
                  <a:ext uri="{FF2B5EF4-FFF2-40B4-BE49-F238E27FC236}">
                    <a16:creationId xmlns:a16="http://schemas.microsoft.com/office/drawing/2014/main" id="{E5AFFC85-8ED6-D033-BA79-E3A08E5D1127}"/>
                  </a:ext>
                </a:extLst>
              </p:cNvPr>
              <p:cNvSpPr/>
              <p:nvPr/>
            </p:nvSpPr>
            <p:spPr>
              <a:xfrm>
                <a:off x="5379106" y="2715409"/>
                <a:ext cx="112422" cy="275571"/>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704;p27">
                <a:extLst>
                  <a:ext uri="{FF2B5EF4-FFF2-40B4-BE49-F238E27FC236}">
                    <a16:creationId xmlns:a16="http://schemas.microsoft.com/office/drawing/2014/main" id="{07AF51B6-DC5E-7169-9587-562D4C6CC3E8}"/>
                  </a:ext>
                </a:extLst>
              </p:cNvPr>
              <p:cNvSpPr/>
              <p:nvPr/>
            </p:nvSpPr>
            <p:spPr>
              <a:xfrm>
                <a:off x="5548521" y="2613760"/>
                <a:ext cx="111394" cy="377025"/>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705;p27">
                <a:extLst>
                  <a:ext uri="{FF2B5EF4-FFF2-40B4-BE49-F238E27FC236}">
                    <a16:creationId xmlns:a16="http://schemas.microsoft.com/office/drawing/2014/main" id="{826EDD78-09C9-268D-9166-2A9F39DE750E}"/>
                  </a:ext>
                </a:extLst>
              </p:cNvPr>
              <p:cNvSpPr/>
              <p:nvPr/>
            </p:nvSpPr>
            <p:spPr>
              <a:xfrm>
                <a:off x="5249039" y="2446530"/>
                <a:ext cx="351946" cy="353041"/>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rgbClr val="38477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706;p27">
                <a:extLst>
                  <a:ext uri="{FF2B5EF4-FFF2-40B4-BE49-F238E27FC236}">
                    <a16:creationId xmlns:a16="http://schemas.microsoft.com/office/drawing/2014/main" id="{5F6062F1-DCEB-1CD8-05FA-8F34A0B60CD1}"/>
                  </a:ext>
                </a:extLst>
              </p:cNvPr>
              <p:cNvSpPr/>
              <p:nvPr/>
            </p:nvSpPr>
            <p:spPr>
              <a:xfrm>
                <a:off x="5176900" y="3061891"/>
                <a:ext cx="551828"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707;p27">
                <a:extLst>
                  <a:ext uri="{FF2B5EF4-FFF2-40B4-BE49-F238E27FC236}">
                    <a16:creationId xmlns:a16="http://schemas.microsoft.com/office/drawing/2014/main" id="{B0CBF4F2-DA94-6E2B-2ACA-08D7568F97E9}"/>
                  </a:ext>
                </a:extLst>
              </p:cNvPr>
              <p:cNvSpPr/>
              <p:nvPr/>
            </p:nvSpPr>
            <p:spPr>
              <a:xfrm>
                <a:off x="5176900" y="3122006"/>
                <a:ext cx="551828"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2" name="Google Shape;708;p27">
                <a:extLst>
                  <a:ext uri="{FF2B5EF4-FFF2-40B4-BE49-F238E27FC236}">
                    <a16:creationId xmlns:a16="http://schemas.microsoft.com/office/drawing/2014/main" id="{8F4CD17F-1F24-BED6-175B-F16188ADBF82}"/>
                  </a:ext>
                </a:extLst>
              </p:cNvPr>
              <p:cNvSpPr/>
              <p:nvPr/>
            </p:nvSpPr>
            <p:spPr>
              <a:xfrm>
                <a:off x="5237016" y="3182121"/>
                <a:ext cx="431522"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3" name="Google Shape;709;p27">
                <a:extLst>
                  <a:ext uri="{FF2B5EF4-FFF2-40B4-BE49-F238E27FC236}">
                    <a16:creationId xmlns:a16="http://schemas.microsoft.com/office/drawing/2014/main" id="{27841BD7-4D08-5734-B7B7-03EB01821EAD}"/>
                  </a:ext>
                </a:extLst>
              </p:cNvPr>
              <p:cNvSpPr/>
              <p:nvPr/>
            </p:nvSpPr>
            <p:spPr>
              <a:xfrm>
                <a:off x="5314619" y="3242236"/>
                <a:ext cx="276599" cy="22964"/>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85" name="Google Shape;710;p27">
              <a:extLst>
                <a:ext uri="{FF2B5EF4-FFF2-40B4-BE49-F238E27FC236}">
                  <a16:creationId xmlns:a16="http://schemas.microsoft.com/office/drawing/2014/main" id="{7FA21514-7660-FA19-A9BB-C6399263CBE5}"/>
                </a:ext>
              </a:extLst>
            </p:cNvPr>
            <p:cNvSpPr/>
            <p:nvPr/>
          </p:nvSpPr>
          <p:spPr>
            <a:xfrm>
              <a:off x="5914065" y="760436"/>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6" name="Google Shape;711;p27">
              <a:extLst>
                <a:ext uri="{FF2B5EF4-FFF2-40B4-BE49-F238E27FC236}">
                  <a16:creationId xmlns:a16="http://schemas.microsoft.com/office/drawing/2014/main" id="{3E2F96BA-9DA3-FF8F-F9CE-D068E3D2ED5B}"/>
                </a:ext>
              </a:extLst>
            </p:cNvPr>
            <p:cNvSpPr/>
            <p:nvPr/>
          </p:nvSpPr>
          <p:spPr>
            <a:xfrm>
              <a:off x="7710871" y="1262143"/>
              <a:ext cx="301600" cy="49757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87" name="Google Shape;712;p27">
              <a:extLst>
                <a:ext uri="{FF2B5EF4-FFF2-40B4-BE49-F238E27FC236}">
                  <a16:creationId xmlns:a16="http://schemas.microsoft.com/office/drawing/2014/main" id="{7E08B3F0-0E5D-0EDA-ADF4-E2588B5007CD}"/>
                </a:ext>
              </a:extLst>
            </p:cNvPr>
            <p:cNvGrpSpPr/>
            <p:nvPr/>
          </p:nvGrpSpPr>
          <p:grpSpPr>
            <a:xfrm>
              <a:off x="6655110" y="1951719"/>
              <a:ext cx="1239180" cy="2255353"/>
              <a:chOff x="7710885" y="1951719"/>
              <a:chExt cx="1239180" cy="2255353"/>
            </a:xfrm>
          </p:grpSpPr>
          <p:sp>
            <p:nvSpPr>
              <p:cNvPr id="890" name="Google Shape;713;p27">
                <a:extLst>
                  <a:ext uri="{FF2B5EF4-FFF2-40B4-BE49-F238E27FC236}">
                    <a16:creationId xmlns:a16="http://schemas.microsoft.com/office/drawing/2014/main" id="{208DCA37-78FA-0607-AE5E-499699A9A01B}"/>
                  </a:ext>
                </a:extLst>
              </p:cNvPr>
              <p:cNvSpPr/>
              <p:nvPr/>
            </p:nvSpPr>
            <p:spPr>
              <a:xfrm>
                <a:off x="7999817" y="4017723"/>
                <a:ext cx="409554" cy="189349"/>
              </a:xfrm>
              <a:custGeom>
                <a:avLst/>
                <a:gdLst/>
                <a:ahLst/>
                <a:cxnLst/>
                <a:rect l="l" t="t" r="r" b="b"/>
                <a:pathLst>
                  <a:path w="446" h="206" extrusionOk="0">
                    <a:moveTo>
                      <a:pt x="446" y="206"/>
                    </a:moveTo>
                    <a:cubicBezTo>
                      <a:pt x="417" y="10"/>
                      <a:pt x="417" y="10"/>
                      <a:pt x="417" y="10"/>
                    </a:cubicBezTo>
                    <a:cubicBezTo>
                      <a:pt x="396"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714;p27">
                <a:extLst>
                  <a:ext uri="{FF2B5EF4-FFF2-40B4-BE49-F238E27FC236}">
                    <a16:creationId xmlns:a16="http://schemas.microsoft.com/office/drawing/2014/main" id="{C15E1A97-C48D-9223-BFDB-954B548175F6}"/>
                  </a:ext>
                </a:extLst>
              </p:cNvPr>
              <p:cNvSpPr/>
              <p:nvPr/>
            </p:nvSpPr>
            <p:spPr>
              <a:xfrm>
                <a:off x="8421293" y="4017723"/>
                <a:ext cx="409554" cy="189349"/>
              </a:xfrm>
              <a:custGeom>
                <a:avLst/>
                <a:gdLst/>
                <a:ahLst/>
                <a:cxnLst/>
                <a:rect l="l" t="t" r="r" b="b"/>
                <a:pathLst>
                  <a:path w="446" h="206" extrusionOk="0">
                    <a:moveTo>
                      <a:pt x="446" y="206"/>
                    </a:moveTo>
                    <a:cubicBezTo>
                      <a:pt x="417" y="10"/>
                      <a:pt x="417" y="10"/>
                      <a:pt x="417" y="10"/>
                    </a:cubicBezTo>
                    <a:cubicBezTo>
                      <a:pt x="395"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2" name="Google Shape;715;p27">
                <a:extLst>
                  <a:ext uri="{FF2B5EF4-FFF2-40B4-BE49-F238E27FC236}">
                    <a16:creationId xmlns:a16="http://schemas.microsoft.com/office/drawing/2014/main" id="{7D0E2C86-B341-6748-4C21-D28FA1B7ADCF}"/>
                  </a:ext>
                </a:extLst>
              </p:cNvPr>
              <p:cNvSpPr/>
              <p:nvPr/>
            </p:nvSpPr>
            <p:spPr>
              <a:xfrm>
                <a:off x="8168829" y="2965085"/>
                <a:ext cx="673940" cy="1132586"/>
              </a:xfrm>
              <a:custGeom>
                <a:avLst/>
                <a:gdLst/>
                <a:ahLst/>
                <a:cxnLst/>
                <a:rect l="l" t="t" r="r" b="b"/>
                <a:pathLst>
                  <a:path w="734" h="1232" extrusionOk="0">
                    <a:moveTo>
                      <a:pt x="136" y="0"/>
                    </a:moveTo>
                    <a:cubicBezTo>
                      <a:pt x="19" y="622"/>
                      <a:pt x="19" y="622"/>
                      <a:pt x="19" y="622"/>
                    </a:cubicBezTo>
                    <a:cubicBezTo>
                      <a:pt x="0" y="1201"/>
                      <a:pt x="0" y="1201"/>
                      <a:pt x="0" y="1201"/>
                    </a:cubicBezTo>
                    <a:cubicBezTo>
                      <a:pt x="0" y="1201"/>
                      <a:pt x="202" y="1223"/>
                      <a:pt x="282" y="1201"/>
                    </a:cubicBezTo>
                    <a:cubicBezTo>
                      <a:pt x="284" y="657"/>
                      <a:pt x="284" y="657"/>
                      <a:pt x="284" y="657"/>
                    </a:cubicBezTo>
                    <a:cubicBezTo>
                      <a:pt x="367" y="278"/>
                      <a:pt x="367" y="278"/>
                      <a:pt x="367" y="278"/>
                    </a:cubicBezTo>
                    <a:cubicBezTo>
                      <a:pt x="434" y="1215"/>
                      <a:pt x="434" y="1215"/>
                      <a:pt x="434" y="1215"/>
                    </a:cubicBezTo>
                    <a:cubicBezTo>
                      <a:pt x="434" y="1215"/>
                      <a:pt x="647" y="1232"/>
                      <a:pt x="734" y="1201"/>
                    </a:cubicBezTo>
                    <a:cubicBezTo>
                      <a:pt x="635" y="0"/>
                      <a:pt x="635" y="0"/>
                      <a:pt x="635" y="0"/>
                    </a:cubicBezTo>
                    <a:cubicBezTo>
                      <a:pt x="136" y="0"/>
                      <a:pt x="136" y="0"/>
                      <a:pt x="136"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3" name="Google Shape;716;p27">
                <a:extLst>
                  <a:ext uri="{FF2B5EF4-FFF2-40B4-BE49-F238E27FC236}">
                    <a16:creationId xmlns:a16="http://schemas.microsoft.com/office/drawing/2014/main" id="{BF78C8E4-9F2B-3A80-FCFA-FF0EF20B7B14}"/>
                  </a:ext>
                </a:extLst>
              </p:cNvPr>
              <p:cNvSpPr/>
              <p:nvPr/>
            </p:nvSpPr>
            <p:spPr>
              <a:xfrm>
                <a:off x="8051713" y="2361974"/>
                <a:ext cx="343633" cy="682356"/>
              </a:xfrm>
              <a:custGeom>
                <a:avLst/>
                <a:gdLst/>
                <a:ahLst/>
                <a:cxnLst/>
                <a:rect l="l" t="t" r="r" b="b"/>
                <a:pathLst>
                  <a:path w="374" h="743" extrusionOk="0">
                    <a:moveTo>
                      <a:pt x="343" y="587"/>
                    </a:moveTo>
                    <a:cubicBezTo>
                      <a:pt x="335" y="602"/>
                      <a:pt x="300" y="626"/>
                      <a:pt x="270" y="646"/>
                    </a:cubicBezTo>
                    <a:cubicBezTo>
                      <a:pt x="248" y="661"/>
                      <a:pt x="228" y="673"/>
                      <a:pt x="224" y="676"/>
                    </a:cubicBezTo>
                    <a:cubicBezTo>
                      <a:pt x="215" y="681"/>
                      <a:pt x="207" y="686"/>
                      <a:pt x="198" y="690"/>
                    </a:cubicBezTo>
                    <a:cubicBezTo>
                      <a:pt x="116" y="734"/>
                      <a:pt x="0" y="743"/>
                      <a:pt x="0" y="743"/>
                    </a:cubicBezTo>
                    <a:cubicBezTo>
                      <a:pt x="5" y="519"/>
                      <a:pt x="5" y="519"/>
                      <a:pt x="5" y="519"/>
                    </a:cubicBezTo>
                    <a:cubicBezTo>
                      <a:pt x="129" y="490"/>
                      <a:pt x="129" y="490"/>
                      <a:pt x="129" y="490"/>
                    </a:cubicBezTo>
                    <a:cubicBezTo>
                      <a:pt x="129" y="490"/>
                      <a:pt x="221" y="136"/>
                      <a:pt x="240" y="86"/>
                    </a:cubicBezTo>
                    <a:cubicBezTo>
                      <a:pt x="259" y="36"/>
                      <a:pt x="355" y="0"/>
                      <a:pt x="355" y="0"/>
                    </a:cubicBezTo>
                    <a:cubicBezTo>
                      <a:pt x="346" y="67"/>
                      <a:pt x="346" y="67"/>
                      <a:pt x="346" y="67"/>
                    </a:cubicBezTo>
                    <a:cubicBezTo>
                      <a:pt x="348" y="371"/>
                      <a:pt x="348" y="371"/>
                      <a:pt x="348" y="371"/>
                    </a:cubicBezTo>
                    <a:cubicBezTo>
                      <a:pt x="345" y="444"/>
                      <a:pt x="374" y="529"/>
                      <a:pt x="343" y="5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717;p27">
                <a:extLst>
                  <a:ext uri="{FF2B5EF4-FFF2-40B4-BE49-F238E27FC236}">
                    <a16:creationId xmlns:a16="http://schemas.microsoft.com/office/drawing/2014/main" id="{0B0F0186-6AE5-6C4D-570A-28F265AC23B6}"/>
                  </a:ext>
                </a:extLst>
              </p:cNvPr>
              <p:cNvSpPr/>
              <p:nvPr/>
            </p:nvSpPr>
            <p:spPr>
              <a:xfrm>
                <a:off x="7986493" y="2838852"/>
                <a:ext cx="130500" cy="2055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718;p27">
                <a:extLst>
                  <a:ext uri="{FF2B5EF4-FFF2-40B4-BE49-F238E27FC236}">
                    <a16:creationId xmlns:a16="http://schemas.microsoft.com/office/drawing/2014/main" id="{E08D1522-E32B-0986-4D54-2E7E9B43DE36}"/>
                  </a:ext>
                </a:extLst>
              </p:cNvPr>
              <p:cNvSpPr/>
              <p:nvPr/>
            </p:nvSpPr>
            <p:spPr>
              <a:xfrm>
                <a:off x="8234049" y="2584283"/>
                <a:ext cx="113609" cy="411658"/>
              </a:xfrm>
              <a:custGeom>
                <a:avLst/>
                <a:gdLst/>
                <a:ahLst/>
                <a:cxnLst/>
                <a:rect l="l" t="t" r="r" b="b"/>
                <a:pathLst>
                  <a:path w="124" h="448" extrusionOk="0">
                    <a:moveTo>
                      <a:pt x="67" y="275"/>
                    </a:moveTo>
                    <a:cubicBezTo>
                      <a:pt x="64" y="285"/>
                      <a:pt x="60" y="291"/>
                      <a:pt x="55" y="295"/>
                    </a:cubicBezTo>
                    <a:cubicBezTo>
                      <a:pt x="51" y="300"/>
                      <a:pt x="45" y="301"/>
                      <a:pt x="41" y="302"/>
                    </a:cubicBezTo>
                    <a:cubicBezTo>
                      <a:pt x="0" y="448"/>
                      <a:pt x="0" y="448"/>
                      <a:pt x="0" y="448"/>
                    </a:cubicBezTo>
                    <a:cubicBezTo>
                      <a:pt x="9" y="444"/>
                      <a:pt x="17" y="439"/>
                      <a:pt x="26" y="434"/>
                    </a:cubicBezTo>
                    <a:cubicBezTo>
                      <a:pt x="28" y="432"/>
                      <a:pt x="38" y="426"/>
                      <a:pt x="50" y="418"/>
                    </a:cubicBezTo>
                    <a:cubicBezTo>
                      <a:pt x="71" y="298"/>
                      <a:pt x="71" y="298"/>
                      <a:pt x="71" y="298"/>
                    </a:cubicBezTo>
                    <a:cubicBezTo>
                      <a:pt x="67" y="296"/>
                      <a:pt x="64" y="293"/>
                      <a:pt x="64" y="293"/>
                    </a:cubicBezTo>
                    <a:cubicBezTo>
                      <a:pt x="67" y="275"/>
                      <a:pt x="67" y="275"/>
                      <a:pt x="67" y="275"/>
                    </a:cubicBezTo>
                    <a:moveTo>
                      <a:pt x="124" y="0"/>
                    </a:moveTo>
                    <a:cubicBezTo>
                      <a:pt x="85" y="143"/>
                      <a:pt x="85" y="143"/>
                      <a:pt x="85" y="143"/>
                    </a:cubicBezTo>
                    <a:cubicBezTo>
                      <a:pt x="88" y="143"/>
                      <a:pt x="93" y="144"/>
                      <a:pt x="99" y="145"/>
                    </a:cubicBezTo>
                    <a:cubicBezTo>
                      <a:pt x="122" y="14"/>
                      <a:pt x="122" y="14"/>
                      <a:pt x="122" y="14"/>
                    </a:cubicBezTo>
                    <a:cubicBezTo>
                      <a:pt x="124" y="0"/>
                      <a:pt x="124" y="0"/>
                      <a:pt x="124"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6" name="Google Shape;719;p27">
                <a:extLst>
                  <a:ext uri="{FF2B5EF4-FFF2-40B4-BE49-F238E27FC236}">
                    <a16:creationId xmlns:a16="http://schemas.microsoft.com/office/drawing/2014/main" id="{3E5E1F76-82F2-EFF3-6D4E-D76453B872B8}"/>
                  </a:ext>
                </a:extLst>
              </p:cNvPr>
              <p:cNvSpPr/>
              <p:nvPr/>
            </p:nvSpPr>
            <p:spPr>
              <a:xfrm>
                <a:off x="8264204" y="2298858"/>
                <a:ext cx="522463" cy="815601"/>
              </a:xfrm>
              <a:custGeom>
                <a:avLst/>
                <a:gdLst/>
                <a:ahLst/>
                <a:cxnLst/>
                <a:rect l="l" t="t" r="r" b="b"/>
                <a:pathLst>
                  <a:path w="569" h="887" extrusionOk="0">
                    <a:moveTo>
                      <a:pt x="550" y="796"/>
                    </a:moveTo>
                    <a:cubicBezTo>
                      <a:pt x="555" y="837"/>
                      <a:pt x="555" y="837"/>
                      <a:pt x="555" y="837"/>
                    </a:cubicBezTo>
                    <a:cubicBezTo>
                      <a:pt x="484" y="882"/>
                      <a:pt x="303" y="887"/>
                      <a:pt x="190" y="875"/>
                    </a:cubicBezTo>
                    <a:cubicBezTo>
                      <a:pt x="114" y="867"/>
                      <a:pt x="8" y="832"/>
                      <a:pt x="0" y="825"/>
                    </a:cubicBezTo>
                    <a:cubicBezTo>
                      <a:pt x="99" y="268"/>
                      <a:pt x="99" y="268"/>
                      <a:pt x="99" y="268"/>
                    </a:cubicBezTo>
                    <a:cubicBezTo>
                      <a:pt x="75" y="91"/>
                      <a:pt x="75" y="91"/>
                      <a:pt x="75" y="91"/>
                    </a:cubicBezTo>
                    <a:cubicBezTo>
                      <a:pt x="75" y="91"/>
                      <a:pt x="75" y="91"/>
                      <a:pt x="75" y="91"/>
                    </a:cubicBezTo>
                    <a:cubicBezTo>
                      <a:pt x="79" y="89"/>
                      <a:pt x="131" y="65"/>
                      <a:pt x="182" y="42"/>
                    </a:cubicBezTo>
                    <a:cubicBezTo>
                      <a:pt x="189" y="39"/>
                      <a:pt x="196" y="36"/>
                      <a:pt x="202" y="33"/>
                    </a:cubicBezTo>
                    <a:cubicBezTo>
                      <a:pt x="239" y="16"/>
                      <a:pt x="272" y="2"/>
                      <a:pt x="280" y="0"/>
                    </a:cubicBezTo>
                    <a:cubicBezTo>
                      <a:pt x="303" y="1"/>
                      <a:pt x="370" y="4"/>
                      <a:pt x="370" y="4"/>
                    </a:cubicBezTo>
                    <a:cubicBezTo>
                      <a:pt x="382" y="7"/>
                      <a:pt x="393" y="11"/>
                      <a:pt x="405" y="16"/>
                    </a:cubicBezTo>
                    <a:cubicBezTo>
                      <a:pt x="481" y="44"/>
                      <a:pt x="569" y="85"/>
                      <a:pt x="569" y="85"/>
                    </a:cubicBezTo>
                    <a:cubicBezTo>
                      <a:pt x="499" y="328"/>
                      <a:pt x="499" y="328"/>
                      <a:pt x="499" y="328"/>
                    </a:cubicBezTo>
                    <a:cubicBezTo>
                      <a:pt x="501" y="344"/>
                      <a:pt x="501" y="344"/>
                      <a:pt x="501" y="344"/>
                    </a:cubicBezTo>
                    <a:cubicBezTo>
                      <a:pt x="550" y="796"/>
                      <a:pt x="550" y="796"/>
                      <a:pt x="550" y="796"/>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7" name="Google Shape;720;p27">
                <a:extLst>
                  <a:ext uri="{FF2B5EF4-FFF2-40B4-BE49-F238E27FC236}">
                    <a16:creationId xmlns:a16="http://schemas.microsoft.com/office/drawing/2014/main" id="{6084838E-9EA2-9D0A-57EA-50A62813E801}"/>
                  </a:ext>
                </a:extLst>
              </p:cNvPr>
              <p:cNvSpPr/>
              <p:nvPr/>
            </p:nvSpPr>
            <p:spPr>
              <a:xfrm>
                <a:off x="8394644" y="2599011"/>
                <a:ext cx="374490" cy="431294"/>
              </a:xfrm>
              <a:custGeom>
                <a:avLst/>
                <a:gdLst/>
                <a:ahLst/>
                <a:cxnLst/>
                <a:rect l="l" t="t" r="r" b="b"/>
                <a:pathLst>
                  <a:path w="408" h="470" extrusionOk="0">
                    <a:moveTo>
                      <a:pt x="336" y="0"/>
                    </a:moveTo>
                    <a:cubicBezTo>
                      <a:pt x="281" y="217"/>
                      <a:pt x="281" y="217"/>
                      <a:pt x="281" y="217"/>
                    </a:cubicBezTo>
                    <a:cubicBezTo>
                      <a:pt x="0" y="286"/>
                      <a:pt x="0" y="286"/>
                      <a:pt x="0" y="286"/>
                    </a:cubicBezTo>
                    <a:cubicBezTo>
                      <a:pt x="0" y="286"/>
                      <a:pt x="129" y="397"/>
                      <a:pt x="408" y="470"/>
                    </a:cubicBezTo>
                    <a:cubicBezTo>
                      <a:pt x="359" y="18"/>
                      <a:pt x="359" y="18"/>
                      <a:pt x="359" y="18"/>
                    </a:cubicBezTo>
                    <a:cubicBezTo>
                      <a:pt x="336" y="0"/>
                      <a:pt x="336" y="0"/>
                      <a:pt x="336"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8" name="Google Shape;721;p27">
                <a:extLst>
                  <a:ext uri="{FF2B5EF4-FFF2-40B4-BE49-F238E27FC236}">
                    <a16:creationId xmlns:a16="http://schemas.microsoft.com/office/drawing/2014/main" id="{83E6FB89-88D9-394F-C305-C8E9A181F2D5}"/>
                  </a:ext>
                </a:extLst>
              </p:cNvPr>
              <p:cNvSpPr/>
              <p:nvPr/>
            </p:nvSpPr>
            <p:spPr>
              <a:xfrm>
                <a:off x="8473890" y="2174028"/>
                <a:ext cx="133245" cy="263685"/>
              </a:xfrm>
              <a:custGeom>
                <a:avLst/>
                <a:gdLst/>
                <a:ahLst/>
                <a:cxnLst/>
                <a:rect l="l" t="t" r="r" b="b"/>
                <a:pathLst>
                  <a:path w="145" h="287" extrusionOk="0">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9" name="Google Shape;722;p27">
                <a:extLst>
                  <a:ext uri="{FF2B5EF4-FFF2-40B4-BE49-F238E27FC236}">
                    <a16:creationId xmlns:a16="http://schemas.microsoft.com/office/drawing/2014/main" id="{E3AD31BE-6DDB-0AAF-D222-99AE91F08C77}"/>
                  </a:ext>
                </a:extLst>
              </p:cNvPr>
              <p:cNvSpPr/>
              <p:nvPr/>
            </p:nvSpPr>
            <p:spPr>
              <a:xfrm>
                <a:off x="8605733" y="2215404"/>
                <a:ext cx="0" cy="1403"/>
              </a:xfrm>
              <a:custGeom>
                <a:avLst/>
                <a:gdLst/>
                <a:ahLst/>
                <a:cxnLst/>
                <a:rect l="l" t="t" r="r" b="b"/>
                <a:pathLst>
                  <a:path w="120000" h="1" extrusionOk="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0" name="Google Shape;723;p27">
                <a:extLst>
                  <a:ext uri="{FF2B5EF4-FFF2-40B4-BE49-F238E27FC236}">
                    <a16:creationId xmlns:a16="http://schemas.microsoft.com/office/drawing/2014/main" id="{302DB87C-C30E-3862-5AF1-04A54BD7B5B8}"/>
                  </a:ext>
                </a:extLst>
              </p:cNvPr>
              <p:cNvSpPr/>
              <p:nvPr/>
            </p:nvSpPr>
            <p:spPr>
              <a:xfrm>
                <a:off x="8475293" y="2216807"/>
                <a:ext cx="130440" cy="135349"/>
              </a:xfrm>
              <a:custGeom>
                <a:avLst/>
                <a:gdLst/>
                <a:ahLst/>
                <a:cxnLst/>
                <a:rect l="l" t="t" r="r" b="b"/>
                <a:pathLst>
                  <a:path w="142" h="148" extrusionOk="0">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724;p27">
                <a:extLst>
                  <a:ext uri="{FF2B5EF4-FFF2-40B4-BE49-F238E27FC236}">
                    <a16:creationId xmlns:a16="http://schemas.microsoft.com/office/drawing/2014/main" id="{46E924D7-67FE-74D0-2818-D8498B728051}"/>
                  </a:ext>
                </a:extLst>
              </p:cNvPr>
              <p:cNvSpPr/>
              <p:nvPr/>
            </p:nvSpPr>
            <p:spPr>
              <a:xfrm>
                <a:off x="8181452" y="2713321"/>
                <a:ext cx="231426" cy="161998"/>
              </a:xfrm>
              <a:custGeom>
                <a:avLst/>
                <a:gdLst/>
                <a:ahLst/>
                <a:cxnLst/>
                <a:rect l="l" t="t" r="r" b="b"/>
                <a:pathLst>
                  <a:path w="252" h="176" extrusionOk="0">
                    <a:moveTo>
                      <a:pt x="158" y="124"/>
                    </a:moveTo>
                    <a:cubicBezTo>
                      <a:pt x="142" y="176"/>
                      <a:pt x="121" y="152"/>
                      <a:pt x="121" y="152"/>
                    </a:cubicBezTo>
                    <a:cubicBezTo>
                      <a:pt x="124" y="134"/>
                      <a:pt x="124" y="134"/>
                      <a:pt x="124" y="134"/>
                    </a:cubicBezTo>
                    <a:cubicBezTo>
                      <a:pt x="121" y="144"/>
                      <a:pt x="117" y="150"/>
                      <a:pt x="112" y="154"/>
                    </a:cubicBezTo>
                    <a:cubicBezTo>
                      <a:pt x="98" y="168"/>
                      <a:pt x="82" y="156"/>
                      <a:pt x="82" y="156"/>
                    </a:cubicBezTo>
                    <a:cubicBezTo>
                      <a:pt x="89" y="139"/>
                      <a:pt x="89" y="139"/>
                      <a:pt x="89" y="139"/>
                    </a:cubicBezTo>
                    <a:cubicBezTo>
                      <a:pt x="85" y="145"/>
                      <a:pt x="81" y="149"/>
                      <a:pt x="77" y="152"/>
                    </a:cubicBezTo>
                    <a:cubicBezTo>
                      <a:pt x="62" y="162"/>
                      <a:pt x="47" y="152"/>
                      <a:pt x="47" y="152"/>
                    </a:cubicBezTo>
                    <a:cubicBezTo>
                      <a:pt x="47" y="152"/>
                      <a:pt x="74" y="83"/>
                      <a:pt x="80" y="78"/>
                    </a:cubicBezTo>
                    <a:cubicBezTo>
                      <a:pt x="85" y="73"/>
                      <a:pt x="125" y="50"/>
                      <a:pt x="125" y="50"/>
                    </a:cubicBezTo>
                    <a:cubicBezTo>
                      <a:pt x="80" y="61"/>
                      <a:pt x="80" y="61"/>
                      <a:pt x="80" y="61"/>
                    </a:cubicBezTo>
                    <a:cubicBezTo>
                      <a:pt x="80" y="61"/>
                      <a:pt x="78" y="68"/>
                      <a:pt x="54" y="95"/>
                    </a:cubicBezTo>
                    <a:cubicBezTo>
                      <a:pt x="29" y="123"/>
                      <a:pt x="0" y="103"/>
                      <a:pt x="0" y="103"/>
                    </a:cubicBezTo>
                    <a:cubicBezTo>
                      <a:pt x="4" y="98"/>
                      <a:pt x="54" y="31"/>
                      <a:pt x="58" y="29"/>
                    </a:cubicBezTo>
                    <a:cubicBezTo>
                      <a:pt x="62" y="26"/>
                      <a:pt x="123" y="0"/>
                      <a:pt x="134" y="1"/>
                    </a:cubicBezTo>
                    <a:cubicBezTo>
                      <a:pt x="146" y="1"/>
                      <a:pt x="246" y="23"/>
                      <a:pt x="246" y="23"/>
                    </a:cubicBezTo>
                    <a:cubicBezTo>
                      <a:pt x="252" y="109"/>
                      <a:pt x="252" y="109"/>
                      <a:pt x="252" y="109"/>
                    </a:cubicBezTo>
                    <a:cubicBezTo>
                      <a:pt x="210" y="157"/>
                      <a:pt x="158" y="124"/>
                      <a:pt x="158" y="12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725;p27">
                <a:extLst>
                  <a:ext uri="{FF2B5EF4-FFF2-40B4-BE49-F238E27FC236}">
                    <a16:creationId xmlns:a16="http://schemas.microsoft.com/office/drawing/2014/main" id="{370F6608-4736-0EB9-3954-4FF36AED8E6A}"/>
                  </a:ext>
                </a:extLst>
              </p:cNvPr>
              <p:cNvSpPr/>
              <p:nvPr/>
            </p:nvSpPr>
            <p:spPr>
              <a:xfrm>
                <a:off x="8252282" y="2781346"/>
                <a:ext cx="57506" cy="72233"/>
              </a:xfrm>
              <a:custGeom>
                <a:avLst/>
                <a:gdLst/>
                <a:ahLst/>
                <a:cxnLst/>
                <a:rect l="l" t="t" r="r" b="b"/>
                <a:pathLst>
                  <a:path w="63" h="78" extrusionOk="0">
                    <a:moveTo>
                      <a:pt x="63" y="0"/>
                    </a:moveTo>
                    <a:cubicBezTo>
                      <a:pt x="26" y="24"/>
                      <a:pt x="26" y="24"/>
                      <a:pt x="26" y="24"/>
                    </a:cubicBezTo>
                    <a:cubicBezTo>
                      <a:pt x="0" y="78"/>
                      <a:pt x="0" y="78"/>
                      <a:pt x="0" y="78"/>
                    </a:cubicBezTo>
                    <a:cubicBezTo>
                      <a:pt x="4" y="75"/>
                      <a:pt x="8" y="71"/>
                      <a:pt x="12" y="65"/>
                    </a:cubicBezTo>
                    <a:cubicBezTo>
                      <a:pt x="12" y="65"/>
                      <a:pt x="27" y="32"/>
                      <a:pt x="30" y="27"/>
                    </a:cubicBezTo>
                    <a:cubicBezTo>
                      <a:pt x="34" y="22"/>
                      <a:pt x="61" y="1"/>
                      <a:pt x="63"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3" name="Google Shape;726;p27">
                <a:extLst>
                  <a:ext uri="{FF2B5EF4-FFF2-40B4-BE49-F238E27FC236}">
                    <a16:creationId xmlns:a16="http://schemas.microsoft.com/office/drawing/2014/main" id="{AF12918E-CA46-0BAC-8E5E-72DA5038FB39}"/>
                  </a:ext>
                </a:extLst>
              </p:cNvPr>
              <p:cNvSpPr/>
              <p:nvPr/>
            </p:nvSpPr>
            <p:spPr>
              <a:xfrm>
                <a:off x="8284541" y="2798878"/>
                <a:ext cx="41376" cy="56103"/>
              </a:xfrm>
              <a:custGeom>
                <a:avLst/>
                <a:gdLst/>
                <a:ahLst/>
                <a:cxnLst/>
                <a:rect l="l" t="t" r="r" b="b"/>
                <a:pathLst>
                  <a:path w="45" h="61" extrusionOk="0">
                    <a:moveTo>
                      <a:pt x="45" y="0"/>
                    </a:moveTo>
                    <a:cubicBezTo>
                      <a:pt x="43" y="1"/>
                      <a:pt x="23" y="9"/>
                      <a:pt x="19" y="12"/>
                    </a:cubicBezTo>
                    <a:cubicBezTo>
                      <a:pt x="16" y="15"/>
                      <a:pt x="4" y="49"/>
                      <a:pt x="0" y="61"/>
                    </a:cubicBezTo>
                    <a:cubicBezTo>
                      <a:pt x="5" y="57"/>
                      <a:pt x="9" y="51"/>
                      <a:pt x="12" y="41"/>
                    </a:cubicBezTo>
                    <a:cubicBezTo>
                      <a:pt x="12" y="41"/>
                      <a:pt x="20" y="20"/>
                      <a:pt x="22" y="15"/>
                    </a:cubicBezTo>
                    <a:cubicBezTo>
                      <a:pt x="24" y="11"/>
                      <a:pt x="43" y="1"/>
                      <a:pt x="45"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4" name="Google Shape;727;p27">
                <a:extLst>
                  <a:ext uri="{FF2B5EF4-FFF2-40B4-BE49-F238E27FC236}">
                    <a16:creationId xmlns:a16="http://schemas.microsoft.com/office/drawing/2014/main" id="{647E6405-580F-9807-25CF-5F20C972FEEF}"/>
                  </a:ext>
                </a:extLst>
              </p:cNvPr>
              <p:cNvSpPr/>
              <p:nvPr/>
            </p:nvSpPr>
            <p:spPr>
              <a:xfrm>
                <a:off x="8386930" y="2377403"/>
                <a:ext cx="563136" cy="631162"/>
              </a:xfrm>
              <a:custGeom>
                <a:avLst/>
                <a:gdLst/>
                <a:ahLst/>
                <a:cxnLst/>
                <a:rect l="l" t="t" r="r" b="b"/>
                <a:pathLst>
                  <a:path w="613" h="687" extrusionOk="0">
                    <a:moveTo>
                      <a:pt x="435" y="0"/>
                    </a:moveTo>
                    <a:cubicBezTo>
                      <a:pt x="510" y="34"/>
                      <a:pt x="613" y="580"/>
                      <a:pt x="538" y="634"/>
                    </a:cubicBezTo>
                    <a:cubicBezTo>
                      <a:pt x="464" y="687"/>
                      <a:pt x="8" y="527"/>
                      <a:pt x="8" y="527"/>
                    </a:cubicBezTo>
                    <a:cubicBezTo>
                      <a:pt x="8" y="527"/>
                      <a:pt x="0" y="425"/>
                      <a:pt x="28" y="381"/>
                    </a:cubicBezTo>
                    <a:cubicBezTo>
                      <a:pt x="367" y="429"/>
                      <a:pt x="367" y="429"/>
                      <a:pt x="367" y="429"/>
                    </a:cubicBezTo>
                    <a:cubicBezTo>
                      <a:pt x="367" y="429"/>
                      <a:pt x="345" y="303"/>
                      <a:pt x="344" y="241"/>
                    </a:cubicBezTo>
                    <a:cubicBezTo>
                      <a:pt x="346" y="114"/>
                      <a:pt x="435" y="0"/>
                      <a:pt x="435"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728;p27">
                <a:extLst>
                  <a:ext uri="{FF2B5EF4-FFF2-40B4-BE49-F238E27FC236}">
                    <a16:creationId xmlns:a16="http://schemas.microsoft.com/office/drawing/2014/main" id="{DB526107-299F-20F9-6319-0149F1AD82A1}"/>
                  </a:ext>
                </a:extLst>
              </p:cNvPr>
              <p:cNvSpPr/>
              <p:nvPr/>
            </p:nvSpPr>
            <p:spPr>
              <a:xfrm>
                <a:off x="7722808" y="2617945"/>
                <a:ext cx="561735" cy="307867"/>
              </a:xfrm>
              <a:custGeom>
                <a:avLst/>
                <a:gdLst/>
                <a:ahLst/>
                <a:cxnLst/>
                <a:rect l="l" t="t" r="r" b="b"/>
                <a:pathLst>
                  <a:path w="611" h="335" extrusionOk="0">
                    <a:moveTo>
                      <a:pt x="520" y="7"/>
                    </a:moveTo>
                    <a:cubicBezTo>
                      <a:pt x="519" y="3"/>
                      <a:pt x="515" y="0"/>
                      <a:pt x="510" y="0"/>
                    </a:cubicBezTo>
                    <a:cubicBezTo>
                      <a:pt x="11" y="0"/>
                      <a:pt x="11" y="0"/>
                      <a:pt x="11" y="0"/>
                    </a:cubicBezTo>
                    <a:cubicBezTo>
                      <a:pt x="5" y="0"/>
                      <a:pt x="0" y="6"/>
                      <a:pt x="2" y="12"/>
                    </a:cubicBezTo>
                    <a:cubicBezTo>
                      <a:pt x="92" y="335"/>
                      <a:pt x="92" y="335"/>
                      <a:pt x="92" y="335"/>
                    </a:cubicBezTo>
                    <a:cubicBezTo>
                      <a:pt x="611" y="335"/>
                      <a:pt x="611" y="335"/>
                      <a:pt x="611" y="335"/>
                    </a:cubicBezTo>
                    <a:lnTo>
                      <a:pt x="520" y="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6" name="Google Shape;729;p27">
                <a:extLst>
                  <a:ext uri="{FF2B5EF4-FFF2-40B4-BE49-F238E27FC236}">
                    <a16:creationId xmlns:a16="http://schemas.microsoft.com/office/drawing/2014/main" id="{BFA5B385-1CEB-5C50-057A-2F1E1EED75EB}"/>
                  </a:ext>
                </a:extLst>
              </p:cNvPr>
              <p:cNvSpPr/>
              <p:nvPr/>
            </p:nvSpPr>
            <p:spPr>
              <a:xfrm>
                <a:off x="8154803" y="2901267"/>
                <a:ext cx="301500" cy="24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7" name="Google Shape;730;p27">
                <a:extLst>
                  <a:ext uri="{FF2B5EF4-FFF2-40B4-BE49-F238E27FC236}">
                    <a16:creationId xmlns:a16="http://schemas.microsoft.com/office/drawing/2014/main" id="{89460F24-D8EA-D95B-2280-12F13C197A7C}"/>
                  </a:ext>
                </a:extLst>
              </p:cNvPr>
              <p:cNvSpPr/>
              <p:nvPr/>
            </p:nvSpPr>
            <p:spPr>
              <a:xfrm>
                <a:off x="7893923" y="2920202"/>
                <a:ext cx="96778" cy="34363"/>
              </a:xfrm>
              <a:custGeom>
                <a:avLst/>
                <a:gdLst/>
                <a:ahLst/>
                <a:cxnLst/>
                <a:rect l="l" t="t" r="r" b="b"/>
                <a:pathLst>
                  <a:path w="105" h="37" extrusionOk="0">
                    <a:moveTo>
                      <a:pt x="95" y="37"/>
                    </a:moveTo>
                    <a:cubicBezTo>
                      <a:pt x="0" y="30"/>
                      <a:pt x="0" y="30"/>
                      <a:pt x="0" y="30"/>
                    </a:cubicBezTo>
                    <a:cubicBezTo>
                      <a:pt x="0" y="30"/>
                      <a:pt x="1" y="3"/>
                      <a:pt x="33" y="1"/>
                    </a:cubicBezTo>
                    <a:cubicBezTo>
                      <a:pt x="64" y="0"/>
                      <a:pt x="105" y="7"/>
                      <a:pt x="105" y="7"/>
                    </a:cubicBezTo>
                    <a:lnTo>
                      <a:pt x="95" y="37"/>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8" name="Google Shape;731;p27">
                <a:extLst>
                  <a:ext uri="{FF2B5EF4-FFF2-40B4-BE49-F238E27FC236}">
                    <a16:creationId xmlns:a16="http://schemas.microsoft.com/office/drawing/2014/main" id="{A347A8ED-ACEF-5737-6C68-6AAEFD144677}"/>
                  </a:ext>
                </a:extLst>
              </p:cNvPr>
              <p:cNvSpPr/>
              <p:nvPr/>
            </p:nvSpPr>
            <p:spPr>
              <a:xfrm>
                <a:off x="7710885" y="2617945"/>
                <a:ext cx="561735" cy="307867"/>
              </a:xfrm>
              <a:custGeom>
                <a:avLst/>
                <a:gdLst/>
                <a:ahLst/>
                <a:cxnLst/>
                <a:rect l="l" t="t" r="r" b="b"/>
                <a:pathLst>
                  <a:path w="611" h="335" extrusionOk="0">
                    <a:moveTo>
                      <a:pt x="519" y="7"/>
                    </a:moveTo>
                    <a:cubicBezTo>
                      <a:pt x="518" y="3"/>
                      <a:pt x="514" y="0"/>
                      <a:pt x="510" y="0"/>
                    </a:cubicBezTo>
                    <a:cubicBezTo>
                      <a:pt x="11" y="0"/>
                      <a:pt x="11" y="0"/>
                      <a:pt x="11" y="0"/>
                    </a:cubicBezTo>
                    <a:cubicBezTo>
                      <a:pt x="4" y="0"/>
                      <a:pt x="0" y="6"/>
                      <a:pt x="2" y="12"/>
                    </a:cubicBezTo>
                    <a:cubicBezTo>
                      <a:pt x="92" y="335"/>
                      <a:pt x="92" y="335"/>
                      <a:pt x="92" y="335"/>
                    </a:cubicBezTo>
                    <a:cubicBezTo>
                      <a:pt x="611" y="335"/>
                      <a:pt x="611" y="335"/>
                      <a:pt x="611" y="335"/>
                    </a:cubicBezTo>
                    <a:lnTo>
                      <a:pt x="519" y="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9" name="Google Shape;732;p27">
                <a:extLst>
                  <a:ext uri="{FF2B5EF4-FFF2-40B4-BE49-F238E27FC236}">
                    <a16:creationId xmlns:a16="http://schemas.microsoft.com/office/drawing/2014/main" id="{79E25532-863A-9435-FBFB-9F0291717139}"/>
                  </a:ext>
                </a:extLst>
              </p:cNvPr>
              <p:cNvSpPr/>
              <p:nvPr/>
            </p:nvSpPr>
            <p:spPr>
              <a:xfrm>
                <a:off x="7902338" y="2748385"/>
                <a:ext cx="149463" cy="4501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733;p27">
                <a:extLst>
                  <a:ext uri="{FF2B5EF4-FFF2-40B4-BE49-F238E27FC236}">
                    <a16:creationId xmlns:a16="http://schemas.microsoft.com/office/drawing/2014/main" id="{7AEECD67-4062-03DC-5191-616938694697}"/>
                  </a:ext>
                </a:extLst>
              </p:cNvPr>
              <p:cNvSpPr/>
              <p:nvPr/>
            </p:nvSpPr>
            <p:spPr>
              <a:xfrm>
                <a:off x="7915662" y="2825528"/>
                <a:ext cx="200569" cy="164102"/>
              </a:xfrm>
              <a:custGeom>
                <a:avLst/>
                <a:gdLst/>
                <a:ahLst/>
                <a:cxnLst/>
                <a:rect l="l" t="t" r="r" b="b"/>
                <a:pathLst>
                  <a:path w="218" h="178" extrusionOk="0">
                    <a:moveTo>
                      <a:pt x="218" y="109"/>
                    </a:moveTo>
                    <a:cubicBezTo>
                      <a:pt x="214" y="126"/>
                      <a:pt x="204" y="152"/>
                      <a:pt x="183" y="160"/>
                    </a:cubicBezTo>
                    <a:cubicBezTo>
                      <a:pt x="152" y="170"/>
                      <a:pt x="66" y="178"/>
                      <a:pt x="50" y="162"/>
                    </a:cubicBezTo>
                    <a:cubicBezTo>
                      <a:pt x="34" y="146"/>
                      <a:pt x="0" y="28"/>
                      <a:pt x="0" y="28"/>
                    </a:cubicBezTo>
                    <a:cubicBezTo>
                      <a:pt x="0" y="28"/>
                      <a:pt x="23" y="21"/>
                      <a:pt x="34" y="43"/>
                    </a:cubicBezTo>
                    <a:cubicBezTo>
                      <a:pt x="44" y="65"/>
                      <a:pt x="64" y="123"/>
                      <a:pt x="64" y="123"/>
                    </a:cubicBezTo>
                    <a:cubicBezTo>
                      <a:pt x="53" y="3"/>
                      <a:pt x="53" y="3"/>
                      <a:pt x="53" y="3"/>
                    </a:cubicBezTo>
                    <a:cubicBezTo>
                      <a:pt x="53" y="3"/>
                      <a:pt x="69" y="0"/>
                      <a:pt x="78" y="13"/>
                    </a:cubicBezTo>
                    <a:cubicBezTo>
                      <a:pt x="87" y="26"/>
                      <a:pt x="95" y="105"/>
                      <a:pt x="95" y="105"/>
                    </a:cubicBezTo>
                    <a:cubicBezTo>
                      <a:pt x="86" y="7"/>
                      <a:pt x="86" y="7"/>
                      <a:pt x="86" y="7"/>
                    </a:cubicBezTo>
                    <a:cubicBezTo>
                      <a:pt x="86" y="7"/>
                      <a:pt x="110" y="3"/>
                      <a:pt x="114" y="28"/>
                    </a:cubicBezTo>
                    <a:cubicBezTo>
                      <a:pt x="118" y="54"/>
                      <a:pt x="127" y="113"/>
                      <a:pt x="127" y="113"/>
                    </a:cubicBezTo>
                    <a:cubicBezTo>
                      <a:pt x="121" y="44"/>
                      <a:pt x="121" y="44"/>
                      <a:pt x="121" y="44"/>
                    </a:cubicBezTo>
                    <a:cubicBezTo>
                      <a:pt x="121" y="44"/>
                      <a:pt x="143" y="44"/>
                      <a:pt x="148" y="67"/>
                    </a:cubicBezTo>
                    <a:cubicBezTo>
                      <a:pt x="151" y="85"/>
                      <a:pt x="156" y="108"/>
                      <a:pt x="156" y="108"/>
                    </a:cubicBezTo>
                    <a:lnTo>
                      <a:pt x="218" y="109"/>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1" name="Google Shape;734;p27">
                <a:extLst>
                  <a:ext uri="{FF2B5EF4-FFF2-40B4-BE49-F238E27FC236}">
                    <a16:creationId xmlns:a16="http://schemas.microsoft.com/office/drawing/2014/main" id="{272F6E0B-EE23-7601-4689-9267E0FCEC1C}"/>
                  </a:ext>
                </a:extLst>
              </p:cNvPr>
              <p:cNvSpPr/>
              <p:nvPr/>
            </p:nvSpPr>
            <p:spPr>
              <a:xfrm>
                <a:off x="8373606" y="2021848"/>
                <a:ext cx="246854" cy="295945"/>
              </a:xfrm>
              <a:custGeom>
                <a:avLst/>
                <a:gdLst/>
                <a:ahLst/>
                <a:cxnLst/>
                <a:rect l="l" t="t" r="r" b="b"/>
                <a:pathLst>
                  <a:path w="269" h="322" extrusionOk="0">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2" name="Google Shape;735;p27">
                <a:extLst>
                  <a:ext uri="{FF2B5EF4-FFF2-40B4-BE49-F238E27FC236}">
                    <a16:creationId xmlns:a16="http://schemas.microsoft.com/office/drawing/2014/main" id="{485251DE-BEED-6A74-5F9C-79131A8C96AF}"/>
                  </a:ext>
                </a:extLst>
              </p:cNvPr>
              <p:cNvSpPr/>
              <p:nvPr/>
            </p:nvSpPr>
            <p:spPr>
              <a:xfrm>
                <a:off x="8516669" y="2180340"/>
                <a:ext cx="41376" cy="23142"/>
              </a:xfrm>
              <a:custGeom>
                <a:avLst/>
                <a:gdLst/>
                <a:ahLst/>
                <a:cxnLst/>
                <a:rect l="l" t="t" r="r" b="b"/>
                <a:pathLst>
                  <a:path w="45" h="25" extrusionOk="0">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3" name="Google Shape;736;p27">
                <a:extLst>
                  <a:ext uri="{FF2B5EF4-FFF2-40B4-BE49-F238E27FC236}">
                    <a16:creationId xmlns:a16="http://schemas.microsoft.com/office/drawing/2014/main" id="{CEBBAED3-57A2-FC27-031E-6CD35590EF53}"/>
                  </a:ext>
                </a:extLst>
              </p:cNvPr>
              <p:cNvSpPr/>
              <p:nvPr/>
            </p:nvSpPr>
            <p:spPr>
              <a:xfrm>
                <a:off x="8377813" y="2206288"/>
                <a:ext cx="25247" cy="16831"/>
              </a:xfrm>
              <a:custGeom>
                <a:avLst/>
                <a:gdLst/>
                <a:ahLst/>
                <a:cxnLst/>
                <a:rect l="l" t="t" r="r" b="b"/>
                <a:pathLst>
                  <a:path w="27" h="18" extrusionOk="0">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4" name="Google Shape;737;p27">
                <a:extLst>
                  <a:ext uri="{FF2B5EF4-FFF2-40B4-BE49-F238E27FC236}">
                    <a16:creationId xmlns:a16="http://schemas.microsoft.com/office/drawing/2014/main" id="{6F62075C-AFC4-4E06-C26C-8A8953F2D67C}"/>
                  </a:ext>
                </a:extLst>
              </p:cNvPr>
              <p:cNvSpPr/>
              <p:nvPr/>
            </p:nvSpPr>
            <p:spPr>
              <a:xfrm>
                <a:off x="8404462" y="2170521"/>
                <a:ext cx="19636" cy="39272"/>
              </a:xfrm>
              <a:custGeom>
                <a:avLst/>
                <a:gdLst/>
                <a:ahLst/>
                <a:cxnLst/>
                <a:rect l="l" t="t" r="r" b="b"/>
                <a:pathLst>
                  <a:path w="21" h="43" extrusionOk="0">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5" name="Google Shape;738;p27">
                <a:extLst>
                  <a:ext uri="{FF2B5EF4-FFF2-40B4-BE49-F238E27FC236}">
                    <a16:creationId xmlns:a16="http://schemas.microsoft.com/office/drawing/2014/main" id="{511893EF-8666-3686-2DBD-82796E82813F}"/>
                  </a:ext>
                </a:extLst>
              </p:cNvPr>
              <p:cNvSpPr/>
              <p:nvPr/>
            </p:nvSpPr>
            <p:spPr>
              <a:xfrm>
                <a:off x="8472487" y="2158600"/>
                <a:ext cx="18935" cy="39272"/>
              </a:xfrm>
              <a:custGeom>
                <a:avLst/>
                <a:gdLst/>
                <a:ahLst/>
                <a:cxnLst/>
                <a:rect l="l" t="t" r="r" b="b"/>
                <a:pathLst>
                  <a:path w="20" h="43" extrusionOk="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739;p27">
                <a:extLst>
                  <a:ext uri="{FF2B5EF4-FFF2-40B4-BE49-F238E27FC236}">
                    <a16:creationId xmlns:a16="http://schemas.microsoft.com/office/drawing/2014/main" id="{5FC70471-016D-DCAA-D433-CF4ECF6D819C}"/>
                  </a:ext>
                </a:extLst>
              </p:cNvPr>
              <p:cNvSpPr/>
              <p:nvPr/>
            </p:nvSpPr>
            <p:spPr>
              <a:xfrm>
                <a:off x="8465475" y="2102496"/>
                <a:ext cx="64519" cy="59610"/>
              </a:xfrm>
              <a:custGeom>
                <a:avLst/>
                <a:gdLst/>
                <a:ahLst/>
                <a:cxnLst/>
                <a:rect l="l" t="t" r="r" b="b"/>
                <a:pathLst>
                  <a:path w="70" h="65" extrusionOk="0">
                    <a:moveTo>
                      <a:pt x="0" y="51"/>
                    </a:moveTo>
                    <a:cubicBezTo>
                      <a:pt x="0" y="51"/>
                      <a:pt x="36" y="30"/>
                      <a:pt x="70" y="65"/>
                    </a:cubicBezTo>
                    <a:cubicBezTo>
                      <a:pt x="70" y="65"/>
                      <a:pt x="32" y="0"/>
                      <a:pt x="0" y="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7" name="Google Shape;740;p27">
                <a:extLst>
                  <a:ext uri="{FF2B5EF4-FFF2-40B4-BE49-F238E27FC236}">
                    <a16:creationId xmlns:a16="http://schemas.microsoft.com/office/drawing/2014/main" id="{F81D9C08-AB32-1358-219E-B77BAB400E0F}"/>
                  </a:ext>
                </a:extLst>
              </p:cNvPr>
              <p:cNvSpPr/>
              <p:nvPr/>
            </p:nvSpPr>
            <p:spPr>
              <a:xfrm>
                <a:off x="8379917" y="2126340"/>
                <a:ext cx="44883" cy="51194"/>
              </a:xfrm>
              <a:custGeom>
                <a:avLst/>
                <a:gdLst/>
                <a:ahLst/>
                <a:cxnLst/>
                <a:rect l="l" t="t" r="r" b="b"/>
                <a:pathLst>
                  <a:path w="49" h="56" extrusionOk="0">
                    <a:moveTo>
                      <a:pt x="49" y="30"/>
                    </a:moveTo>
                    <a:cubicBezTo>
                      <a:pt x="49" y="30"/>
                      <a:pt x="16" y="24"/>
                      <a:pt x="0" y="56"/>
                    </a:cubicBezTo>
                    <a:cubicBezTo>
                      <a:pt x="0" y="56"/>
                      <a:pt x="14" y="0"/>
                      <a:pt x="49"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8" name="Google Shape;741;p27">
                <a:extLst>
                  <a:ext uri="{FF2B5EF4-FFF2-40B4-BE49-F238E27FC236}">
                    <a16:creationId xmlns:a16="http://schemas.microsoft.com/office/drawing/2014/main" id="{A874958B-4FF5-C4EC-319C-40F615941246}"/>
                  </a:ext>
                </a:extLst>
              </p:cNvPr>
              <p:cNvSpPr/>
              <p:nvPr/>
            </p:nvSpPr>
            <p:spPr>
              <a:xfrm>
                <a:off x="8602227" y="2099691"/>
                <a:ext cx="70129" cy="122025"/>
              </a:xfrm>
              <a:custGeom>
                <a:avLst/>
                <a:gdLst/>
                <a:ahLst/>
                <a:cxnLst/>
                <a:rect l="l" t="t" r="r" b="b"/>
                <a:pathLst>
                  <a:path w="76" h="133" extrusionOk="0">
                    <a:moveTo>
                      <a:pt x="0" y="50"/>
                    </a:moveTo>
                    <a:cubicBezTo>
                      <a:pt x="0" y="50"/>
                      <a:pt x="7" y="8"/>
                      <a:pt x="32" y="4"/>
                    </a:cubicBezTo>
                    <a:cubicBezTo>
                      <a:pt x="58" y="0"/>
                      <a:pt x="76" y="133"/>
                      <a:pt x="6" y="92"/>
                    </a:cubicBezTo>
                    <a:lnTo>
                      <a:pt x="0" y="5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742;p27">
                <a:extLst>
                  <a:ext uri="{FF2B5EF4-FFF2-40B4-BE49-F238E27FC236}">
                    <a16:creationId xmlns:a16="http://schemas.microsoft.com/office/drawing/2014/main" id="{B2949DB8-9D8A-CACF-9E5F-5229C635B515}"/>
                  </a:ext>
                </a:extLst>
              </p:cNvPr>
              <p:cNvSpPr/>
              <p:nvPr/>
            </p:nvSpPr>
            <p:spPr>
              <a:xfrm>
                <a:off x="8609941" y="2134054"/>
                <a:ext cx="30156" cy="30857"/>
              </a:xfrm>
              <a:custGeom>
                <a:avLst/>
                <a:gdLst/>
                <a:ahLst/>
                <a:cxnLst/>
                <a:rect l="l" t="t" r="r" b="b"/>
                <a:pathLst>
                  <a:path w="33" h="34" extrusionOk="0">
                    <a:moveTo>
                      <a:pt x="2" y="34"/>
                    </a:moveTo>
                    <a:cubicBezTo>
                      <a:pt x="3" y="34"/>
                      <a:pt x="4" y="33"/>
                      <a:pt x="4" y="32"/>
                    </a:cubicBezTo>
                    <a:cubicBezTo>
                      <a:pt x="4" y="32"/>
                      <a:pt x="4" y="22"/>
                      <a:pt x="10" y="18"/>
                    </a:cubicBezTo>
                    <a:cubicBezTo>
                      <a:pt x="12" y="17"/>
                      <a:pt x="16" y="17"/>
                      <a:pt x="20" y="19"/>
                    </a:cubicBezTo>
                    <a:cubicBezTo>
                      <a:pt x="21" y="19"/>
                      <a:pt x="22" y="19"/>
                      <a:pt x="22" y="18"/>
                    </a:cubicBezTo>
                    <a:cubicBezTo>
                      <a:pt x="22" y="17"/>
                      <a:pt x="22" y="16"/>
                      <a:pt x="21" y="16"/>
                    </a:cubicBezTo>
                    <a:cubicBezTo>
                      <a:pt x="16" y="14"/>
                      <a:pt x="12" y="14"/>
                      <a:pt x="8" y="16"/>
                    </a:cubicBezTo>
                    <a:cubicBezTo>
                      <a:pt x="7" y="16"/>
                      <a:pt x="6" y="17"/>
                      <a:pt x="6" y="18"/>
                    </a:cubicBezTo>
                    <a:cubicBezTo>
                      <a:pt x="8" y="10"/>
                      <a:pt x="13" y="4"/>
                      <a:pt x="18" y="4"/>
                    </a:cubicBezTo>
                    <a:cubicBezTo>
                      <a:pt x="21" y="3"/>
                      <a:pt x="24" y="5"/>
                      <a:pt x="27" y="8"/>
                    </a:cubicBezTo>
                    <a:cubicBezTo>
                      <a:pt x="29" y="10"/>
                      <a:pt x="30" y="13"/>
                      <a:pt x="30" y="13"/>
                    </a:cubicBezTo>
                    <a:cubicBezTo>
                      <a:pt x="31" y="13"/>
                      <a:pt x="31" y="14"/>
                      <a:pt x="32" y="13"/>
                    </a:cubicBezTo>
                    <a:cubicBezTo>
                      <a:pt x="33" y="13"/>
                      <a:pt x="33" y="12"/>
                      <a:pt x="33" y="11"/>
                    </a:cubicBezTo>
                    <a:cubicBezTo>
                      <a:pt x="33" y="11"/>
                      <a:pt x="28" y="0"/>
                      <a:pt x="18" y="1"/>
                    </a:cubicBezTo>
                    <a:cubicBezTo>
                      <a:pt x="8" y="2"/>
                      <a:pt x="0" y="16"/>
                      <a:pt x="1" y="32"/>
                    </a:cubicBezTo>
                    <a:cubicBezTo>
                      <a:pt x="1" y="33"/>
                      <a:pt x="1" y="34"/>
                      <a:pt x="2" y="34"/>
                    </a:cubicBezTo>
                    <a:close/>
                  </a:path>
                </a:pathLst>
              </a:custGeom>
              <a:solidFill>
                <a:srgbClr val="FFA47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0" name="Google Shape;743;p27">
                <a:extLst>
                  <a:ext uri="{FF2B5EF4-FFF2-40B4-BE49-F238E27FC236}">
                    <a16:creationId xmlns:a16="http://schemas.microsoft.com/office/drawing/2014/main" id="{FEC56D49-5003-4C0C-310D-6C7A602BAC81}"/>
                  </a:ext>
                </a:extLst>
              </p:cNvPr>
              <p:cNvSpPr/>
              <p:nvPr/>
            </p:nvSpPr>
            <p:spPr>
              <a:xfrm>
                <a:off x="8325918" y="1951719"/>
                <a:ext cx="323295" cy="246153"/>
              </a:xfrm>
              <a:custGeom>
                <a:avLst/>
                <a:gdLst/>
                <a:ahLst/>
                <a:cxnLst/>
                <a:rect l="l" t="t" r="r" b="b"/>
                <a:pathLst>
                  <a:path w="352" h="268" extrusionOk="0">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88" name="Google Shape;744;p27">
              <a:extLst>
                <a:ext uri="{FF2B5EF4-FFF2-40B4-BE49-F238E27FC236}">
                  <a16:creationId xmlns:a16="http://schemas.microsoft.com/office/drawing/2014/main" id="{E3E4D297-74D0-51C7-BA8A-DFA257AC72EE}"/>
                </a:ext>
              </a:extLst>
            </p:cNvPr>
            <p:cNvSpPr/>
            <p:nvPr/>
          </p:nvSpPr>
          <p:spPr>
            <a:xfrm>
              <a:off x="6208623" y="3034516"/>
              <a:ext cx="200575" cy="197948"/>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9" name="Google Shape;745;p27">
              <a:extLst>
                <a:ext uri="{FF2B5EF4-FFF2-40B4-BE49-F238E27FC236}">
                  <a16:creationId xmlns:a16="http://schemas.microsoft.com/office/drawing/2014/main" id="{74DAE189-D0B1-E84B-831E-3C9DFB0AE22C}"/>
                </a:ext>
              </a:extLst>
            </p:cNvPr>
            <p:cNvSpPr/>
            <p:nvPr/>
          </p:nvSpPr>
          <p:spPr>
            <a:xfrm>
              <a:off x="4765672" y="1863625"/>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32"/>
          <p:cNvSpPr txBox="1">
            <a:spLocks noGrp="1"/>
          </p:cNvSpPr>
          <p:nvPr>
            <p:ph type="title"/>
          </p:nvPr>
        </p:nvSpPr>
        <p:spPr>
          <a:xfrm>
            <a:off x="720000" y="445025"/>
            <a:ext cx="4360200" cy="101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OBJECTIVES</a:t>
            </a:r>
            <a:endParaRPr dirty="0"/>
          </a:p>
        </p:txBody>
      </p:sp>
      <p:sp>
        <p:nvSpPr>
          <p:cNvPr id="885" name="Google Shape;885;p32"/>
          <p:cNvSpPr txBox="1">
            <a:spLocks noGrp="1"/>
          </p:cNvSpPr>
          <p:nvPr>
            <p:ph type="subTitle" idx="1"/>
          </p:nvPr>
        </p:nvSpPr>
        <p:spPr>
          <a:xfrm>
            <a:off x="720000" y="1088482"/>
            <a:ext cx="4360200" cy="3609993"/>
          </a:xfrm>
          <a:prstGeom prst="rect">
            <a:avLst/>
          </a:prstGeom>
        </p:spPr>
        <p:txBody>
          <a:bodyPr spcFirstLastPara="1" wrap="square" lIns="91425" tIns="91425" rIns="91425" bIns="91425" anchor="t" anchorCtr="0">
            <a:noAutofit/>
          </a:bodyPr>
          <a:lstStyle/>
          <a:p>
            <a:pPr>
              <a:buNone/>
            </a:pPr>
            <a:endParaRPr lang="en-US" b="1" dirty="0"/>
          </a:p>
          <a:p>
            <a:r>
              <a:rPr lang="en-US" dirty="0"/>
              <a:t>Analyze key environmental sensor data to identify patterns related to CO concentration.</a:t>
            </a:r>
          </a:p>
          <a:p>
            <a:r>
              <a:rPr lang="en-US" dirty="0"/>
              <a:t>Develop predictive models to estimate Carbon Monoxide (CO) levels accurately.</a:t>
            </a:r>
          </a:p>
          <a:p>
            <a:r>
              <a:rPr lang="en-US" dirty="0"/>
              <a:t>Apply Python-based machine learning techniques such as </a:t>
            </a:r>
            <a:r>
              <a:rPr lang="en-US" dirty="0">
                <a:solidFill>
                  <a:srgbClr val="AE6535"/>
                </a:solidFill>
              </a:rPr>
              <a:t>Linear Regression, Decision Trees, Random Forest, and Gradient Boosting</a:t>
            </a:r>
            <a:r>
              <a:rPr lang="en-US" dirty="0"/>
              <a:t>.</a:t>
            </a:r>
          </a:p>
          <a:p>
            <a:r>
              <a:rPr lang="en-US" dirty="0"/>
              <a:t>Provide insights into how environmental conditions affect CO levels in urban areas.</a:t>
            </a:r>
          </a:p>
          <a:p>
            <a:r>
              <a:rPr lang="en-US" dirty="0"/>
              <a:t>Visualize data distributions, missing values, outliers, and model performance.</a:t>
            </a:r>
          </a:p>
          <a:p>
            <a:pPr marL="139700" indent="0">
              <a:buNone/>
            </a:pPr>
            <a:endParaRPr lang="en-US" dirty="0"/>
          </a:p>
        </p:txBody>
      </p:sp>
      <p:pic>
        <p:nvPicPr>
          <p:cNvPr id="4" name="Picture Placeholder 3" descr="A factory with smoke coming out of it&#10;&#10;AI-generated content may be incorrect.">
            <a:extLst>
              <a:ext uri="{FF2B5EF4-FFF2-40B4-BE49-F238E27FC236}">
                <a16:creationId xmlns:a16="http://schemas.microsoft.com/office/drawing/2014/main" id="{87C3A23E-91D8-EAFD-6078-3153E38766B5}"/>
              </a:ext>
            </a:extLst>
          </p:cNvPr>
          <p:cNvPicPr>
            <a:picLocks noGrp="1" noChangeAspect="1"/>
          </p:cNvPicPr>
          <p:nvPr>
            <p:ph type="pic" idx="2"/>
          </p:nvPr>
        </p:nvPicPr>
        <p:blipFill>
          <a:blip r:embed="rId3">
            <a:extLst>
              <a:ext uri="{837473B0-CC2E-450A-ABE3-18F120FF3D39}">
                <a1611:picAttrSrcUrl xmlns:a1611="http://schemas.microsoft.com/office/drawing/2016/11/main" r:id="rId4"/>
              </a:ext>
            </a:extLst>
          </a:blip>
          <a:srcRect l="21361" r="21361"/>
          <a:stretch>
            <a:fillRect/>
          </a:stretch>
        </p:blipFill>
        <p:spPr>
          <a:xfrm>
            <a:off x="5372100" y="1012825"/>
            <a:ext cx="2701925" cy="3144838"/>
          </a:xfrm>
        </p:spPr>
      </p:pic>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33"/>
          <p:cNvSpPr txBox="1">
            <a:spLocks noGrp="1"/>
          </p:cNvSpPr>
          <p:nvPr>
            <p:ph type="title"/>
          </p:nvPr>
        </p:nvSpPr>
        <p:spPr>
          <a:xfrm>
            <a:off x="720000" y="445025"/>
            <a:ext cx="4102613"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Datasets Description</a:t>
            </a:r>
            <a:endParaRPr dirty="0"/>
          </a:p>
        </p:txBody>
      </p:sp>
      <p:sp>
        <p:nvSpPr>
          <p:cNvPr id="894" name="Google Shape;894;p33"/>
          <p:cNvSpPr txBox="1">
            <a:spLocks noGrp="1"/>
          </p:cNvSpPr>
          <p:nvPr>
            <p:ph type="subTitle" idx="3"/>
          </p:nvPr>
        </p:nvSpPr>
        <p:spPr>
          <a:xfrm>
            <a:off x="581940" y="2147179"/>
            <a:ext cx="5369162" cy="1498145"/>
          </a:xfrm>
          <a:prstGeom prst="rect">
            <a:avLst/>
          </a:prstGeom>
        </p:spPr>
        <p:txBody>
          <a:bodyPr spcFirstLastPara="1" wrap="square" lIns="91425" tIns="91425" rIns="91425" bIns="91425" anchor="b" anchorCtr="0">
            <a:noAutofit/>
          </a:bodyPr>
          <a:lstStyle/>
          <a:p>
            <a:r>
              <a:rPr lang="en-US" sz="1400" dirty="0">
                <a:latin typeface="DM Sans" pitchFamily="2" charset="0"/>
              </a:rPr>
              <a:t>Data includes ground truth concentrations of CO, benzene, NOx, NO₂, and non-methane hydrocarbons, recorded using 5 metal oxide chemical sensors</a:t>
            </a:r>
            <a:r>
              <a:rPr lang="en-US" sz="1200" dirty="0">
                <a:latin typeface="DM Sans" pitchFamily="2" charset="0"/>
              </a:rPr>
              <a:t>.</a:t>
            </a:r>
            <a:br>
              <a:rPr lang="en-US" sz="1200" dirty="0">
                <a:latin typeface="DM Sans" pitchFamily="2" charset="0"/>
              </a:rPr>
            </a:br>
            <a:r>
              <a:rPr lang="en-US" sz="1200" dirty="0">
                <a:latin typeface="DM Sans" pitchFamily="2" charset="0"/>
              </a:rPr>
              <a:t>Missing values are represented by</a:t>
            </a:r>
            <a:r>
              <a:rPr lang="en-US" sz="1200" dirty="0">
                <a:solidFill>
                  <a:srgbClr val="FF0000"/>
                </a:solidFill>
                <a:latin typeface="DM Sans" pitchFamily="2" charset="0"/>
              </a:rPr>
              <a:t> -200</a:t>
            </a:r>
            <a:r>
              <a:rPr lang="en-US" sz="1200" dirty="0">
                <a:latin typeface="DM Sans" pitchFamily="2" charset="0"/>
              </a:rPr>
              <a:t>, and sensor drifts and cross-sensitivities may affect measurement accuracy.</a:t>
            </a:r>
            <a:br>
              <a:rPr lang="en-US" sz="1200" dirty="0">
                <a:latin typeface="DM Sans" pitchFamily="2" charset="0"/>
              </a:rPr>
            </a:br>
            <a:r>
              <a:rPr lang="en-US" sz="1200" dirty="0">
                <a:latin typeface="DM Sans" pitchFamily="2" charset="0"/>
              </a:rPr>
              <a:t>The dataset is intended for research purposes only</a:t>
            </a:r>
            <a:r>
              <a:rPr lang="en-US" sz="1200" dirty="0"/>
              <a:t>.</a:t>
            </a:r>
            <a:endParaRPr lang="en-US" sz="2000" dirty="0">
              <a:solidFill>
                <a:schemeClr val="bg2">
                  <a:lumMod val="10000"/>
                </a:schemeClr>
              </a:solidFill>
              <a:latin typeface="DM Sans" pitchFamily="2" charset="0"/>
            </a:endParaRPr>
          </a:p>
        </p:txBody>
      </p:sp>
      <p:sp>
        <p:nvSpPr>
          <p:cNvPr id="895" name="Google Shape;895;p33"/>
          <p:cNvSpPr txBox="1">
            <a:spLocks noGrp="1"/>
          </p:cNvSpPr>
          <p:nvPr>
            <p:ph type="subTitle" idx="4"/>
          </p:nvPr>
        </p:nvSpPr>
        <p:spPr>
          <a:xfrm>
            <a:off x="323138" y="5490283"/>
            <a:ext cx="3141900" cy="86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grpSp>
        <p:nvGrpSpPr>
          <p:cNvPr id="124" name="Google Shape;1643;p48"/>
          <p:cNvGrpSpPr/>
          <p:nvPr/>
        </p:nvGrpSpPr>
        <p:grpSpPr>
          <a:xfrm>
            <a:off x="6025913" y="2024028"/>
            <a:ext cx="2895382" cy="2082683"/>
            <a:chOff x="6285063" y="868551"/>
            <a:chExt cx="1843200" cy="1220788"/>
          </a:xfrm>
        </p:grpSpPr>
        <p:sp>
          <p:nvSpPr>
            <p:cNvPr id="125" name="Google Shape;1644;p48"/>
            <p:cNvSpPr/>
            <p:nvPr/>
          </p:nvSpPr>
          <p:spPr>
            <a:xfrm>
              <a:off x="6285063" y="868551"/>
              <a:ext cx="1843088" cy="1220788"/>
            </a:xfrm>
            <a:custGeom>
              <a:avLst/>
              <a:gdLst/>
              <a:ahLst/>
              <a:cxnLst/>
              <a:rect l="l" t="t" r="r" b="b"/>
              <a:pathLst>
                <a:path w="688" h="456" extrusionOk="0">
                  <a:moveTo>
                    <a:pt x="688" y="456"/>
                  </a:moveTo>
                  <a:cubicBezTo>
                    <a:pt x="0" y="456"/>
                    <a:pt x="0" y="456"/>
                    <a:pt x="0" y="456"/>
                  </a:cubicBezTo>
                  <a:cubicBezTo>
                    <a:pt x="0" y="34"/>
                    <a:pt x="0" y="34"/>
                    <a:pt x="0" y="34"/>
                  </a:cubicBezTo>
                  <a:cubicBezTo>
                    <a:pt x="0" y="15"/>
                    <a:pt x="15" y="0"/>
                    <a:pt x="34" y="0"/>
                  </a:cubicBezTo>
                  <a:cubicBezTo>
                    <a:pt x="654" y="0"/>
                    <a:pt x="654" y="0"/>
                    <a:pt x="654" y="0"/>
                  </a:cubicBezTo>
                  <a:cubicBezTo>
                    <a:pt x="673" y="0"/>
                    <a:pt x="688" y="15"/>
                    <a:pt x="688" y="34"/>
                  </a:cubicBezTo>
                  <a:lnTo>
                    <a:pt x="688" y="45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645;p48"/>
            <p:cNvSpPr/>
            <p:nvPr/>
          </p:nvSpPr>
          <p:spPr>
            <a:xfrm>
              <a:off x="6388250" y="1219463"/>
              <a:ext cx="1636713" cy="782637"/>
            </a:xfrm>
            <a:custGeom>
              <a:avLst/>
              <a:gdLst/>
              <a:ahLst/>
              <a:cxnLst/>
              <a:rect l="l" t="t" r="r" b="b"/>
              <a:pathLst>
                <a:path w="1031" h="493" extrusionOk="0">
                  <a:moveTo>
                    <a:pt x="1031" y="493"/>
                  </a:moveTo>
                  <a:lnTo>
                    <a:pt x="0" y="493"/>
                  </a:lnTo>
                  <a:lnTo>
                    <a:pt x="0" y="0"/>
                  </a:lnTo>
                  <a:lnTo>
                    <a:pt x="7" y="0"/>
                  </a:lnTo>
                  <a:lnTo>
                    <a:pt x="7" y="486"/>
                  </a:lnTo>
                  <a:lnTo>
                    <a:pt x="1031" y="486"/>
                  </a:lnTo>
                  <a:lnTo>
                    <a:pt x="1031" y="49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646;p48"/>
            <p:cNvSpPr/>
            <p:nvPr/>
          </p:nvSpPr>
          <p:spPr>
            <a:xfrm>
              <a:off x="6393013" y="1176601"/>
              <a:ext cx="1619250" cy="820738"/>
            </a:xfrm>
            <a:custGeom>
              <a:avLst/>
              <a:gdLst/>
              <a:ahLst/>
              <a:cxnLst/>
              <a:rect l="l" t="t" r="r" b="b"/>
              <a:pathLst>
                <a:path w="604" h="306" extrusionOk="0">
                  <a:moveTo>
                    <a:pt x="0" y="207"/>
                  </a:moveTo>
                  <a:cubicBezTo>
                    <a:pt x="0" y="207"/>
                    <a:pt x="39" y="78"/>
                    <a:pt x="101" y="80"/>
                  </a:cubicBezTo>
                  <a:cubicBezTo>
                    <a:pt x="181" y="82"/>
                    <a:pt x="175" y="218"/>
                    <a:pt x="223" y="213"/>
                  </a:cubicBezTo>
                  <a:cubicBezTo>
                    <a:pt x="310" y="203"/>
                    <a:pt x="287" y="0"/>
                    <a:pt x="380" y="21"/>
                  </a:cubicBezTo>
                  <a:cubicBezTo>
                    <a:pt x="421" y="31"/>
                    <a:pt x="407" y="216"/>
                    <a:pt x="447" y="245"/>
                  </a:cubicBezTo>
                  <a:cubicBezTo>
                    <a:pt x="472" y="263"/>
                    <a:pt x="526" y="193"/>
                    <a:pt x="550" y="178"/>
                  </a:cubicBezTo>
                  <a:cubicBezTo>
                    <a:pt x="575" y="164"/>
                    <a:pt x="601" y="170"/>
                    <a:pt x="601" y="170"/>
                  </a:cubicBezTo>
                  <a:cubicBezTo>
                    <a:pt x="604" y="303"/>
                    <a:pt x="604" y="303"/>
                    <a:pt x="604" y="303"/>
                  </a:cubicBezTo>
                  <a:cubicBezTo>
                    <a:pt x="0" y="306"/>
                    <a:pt x="0" y="306"/>
                    <a:pt x="0" y="306"/>
                  </a:cubicBezTo>
                  <a:lnTo>
                    <a:pt x="0" y="207"/>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 name="Google Shape;1647;p48"/>
            <p:cNvSpPr/>
            <p:nvPr/>
          </p:nvSpPr>
          <p:spPr>
            <a:xfrm>
              <a:off x="7643100" y="1266163"/>
              <a:ext cx="338138" cy="100013"/>
            </a:xfrm>
            <a:custGeom>
              <a:avLst/>
              <a:gdLst/>
              <a:ahLst/>
              <a:cxnLst/>
              <a:rect l="l" t="t" r="r" b="b"/>
              <a:pathLst>
                <a:path w="126" h="37" extrusionOk="0">
                  <a:moveTo>
                    <a:pt x="19" y="37"/>
                  </a:moveTo>
                  <a:cubicBezTo>
                    <a:pt x="107" y="37"/>
                    <a:pt x="107" y="37"/>
                    <a:pt x="107" y="37"/>
                  </a:cubicBezTo>
                  <a:cubicBezTo>
                    <a:pt x="117" y="37"/>
                    <a:pt x="126" y="29"/>
                    <a:pt x="126" y="18"/>
                  </a:cubicBezTo>
                  <a:cubicBezTo>
                    <a:pt x="126" y="8"/>
                    <a:pt x="117" y="0"/>
                    <a:pt x="107" y="0"/>
                  </a:cubicBezTo>
                  <a:cubicBezTo>
                    <a:pt x="19" y="0"/>
                    <a:pt x="19" y="0"/>
                    <a:pt x="19" y="0"/>
                  </a:cubicBezTo>
                  <a:cubicBezTo>
                    <a:pt x="9" y="0"/>
                    <a:pt x="0" y="8"/>
                    <a:pt x="0" y="18"/>
                  </a:cubicBezTo>
                  <a:cubicBezTo>
                    <a:pt x="0" y="29"/>
                    <a:pt x="9" y="37"/>
                    <a:pt x="19" y="37"/>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 name="Google Shape;1648;p48"/>
            <p:cNvSpPr/>
            <p:nvPr/>
          </p:nvSpPr>
          <p:spPr>
            <a:xfrm>
              <a:off x="7660775" y="1419300"/>
              <a:ext cx="61800" cy="597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 name="Google Shape;1649;p48"/>
            <p:cNvSpPr/>
            <p:nvPr/>
          </p:nvSpPr>
          <p:spPr>
            <a:xfrm>
              <a:off x="7754748" y="1419300"/>
              <a:ext cx="61800" cy="597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 name="Google Shape;1650;p48"/>
            <p:cNvSpPr/>
            <p:nvPr/>
          </p:nvSpPr>
          <p:spPr>
            <a:xfrm>
              <a:off x="7754748" y="1509006"/>
              <a:ext cx="61800" cy="57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651;p48"/>
            <p:cNvSpPr/>
            <p:nvPr/>
          </p:nvSpPr>
          <p:spPr>
            <a:xfrm>
              <a:off x="6285063" y="1022538"/>
              <a:ext cx="1843200" cy="11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652;p48"/>
            <p:cNvSpPr/>
            <p:nvPr/>
          </p:nvSpPr>
          <p:spPr>
            <a:xfrm>
              <a:off x="6380313" y="901888"/>
              <a:ext cx="76200" cy="777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 name="Google Shape;1653;p48"/>
            <p:cNvSpPr/>
            <p:nvPr/>
          </p:nvSpPr>
          <p:spPr>
            <a:xfrm>
              <a:off x="6520013" y="901888"/>
              <a:ext cx="77700" cy="777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 name="Google Shape;1654;p48"/>
            <p:cNvSpPr/>
            <p:nvPr/>
          </p:nvSpPr>
          <p:spPr>
            <a:xfrm>
              <a:off x="6659713" y="901888"/>
              <a:ext cx="77700" cy="777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 name="Google Shape;891;p33">
            <a:extLst>
              <a:ext uri="{FF2B5EF4-FFF2-40B4-BE49-F238E27FC236}">
                <a16:creationId xmlns:a16="http://schemas.microsoft.com/office/drawing/2014/main" id="{BB8A131D-2EE3-1064-AB2A-49B20851D8A9}"/>
              </a:ext>
            </a:extLst>
          </p:cNvPr>
          <p:cNvSpPr txBox="1">
            <a:spLocks/>
          </p:cNvSpPr>
          <p:nvPr/>
        </p:nvSpPr>
        <p:spPr>
          <a:xfrm>
            <a:off x="1674883" y="1860829"/>
            <a:ext cx="410261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endParaRPr lang="en-US" sz="1100" dirty="0"/>
          </a:p>
        </p:txBody>
      </p:sp>
      <p:sp>
        <p:nvSpPr>
          <p:cNvPr id="13" name="Rectangle 7">
            <a:extLst>
              <a:ext uri="{FF2B5EF4-FFF2-40B4-BE49-F238E27FC236}">
                <a16:creationId xmlns:a16="http://schemas.microsoft.com/office/drawing/2014/main" id="{BDF8E387-2A13-F969-A54F-032E0313A8C7}"/>
              </a:ext>
            </a:extLst>
          </p:cNvPr>
          <p:cNvSpPr>
            <a:spLocks noChangeArrowheads="1"/>
          </p:cNvSpPr>
          <p:nvPr/>
        </p:nvSpPr>
        <p:spPr bwMode="auto">
          <a:xfrm>
            <a:off x="1280431" y="1246465"/>
            <a:ext cx="641072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lang="en-US" altLang="en-US" b="1" dirty="0">
                <a:solidFill>
                  <a:schemeClr val="tx1"/>
                </a:solidFill>
                <a:latin typeface="Arial" panose="020B0604020202020204" pitchFamily="34" charset="0"/>
              </a:rPr>
              <a:t>S</a:t>
            </a:r>
            <a:r>
              <a:rPr kumimoji="0" lang="en-US" altLang="en-US" b="1" i="0" u="none" strike="noStrike" cap="none" normalizeH="0" baseline="0" dirty="0">
                <a:ln>
                  <a:noFill/>
                </a:ln>
                <a:solidFill>
                  <a:schemeClr val="tx1"/>
                </a:solidFill>
                <a:effectLst/>
                <a:latin typeface="Arial" panose="020B0604020202020204" pitchFamily="34" charset="0"/>
              </a:rPr>
              <a:t>ource:</a:t>
            </a:r>
            <a:r>
              <a:rPr kumimoji="0" lang="en-US" altLang="en-US" b="0" i="0" u="none" strike="noStrike" cap="none" normalizeH="0" baseline="0" dirty="0">
                <a:ln>
                  <a:noFill/>
                </a:ln>
                <a:solidFill>
                  <a:schemeClr val="tx1"/>
                </a:solidFill>
                <a:effectLst/>
                <a:latin typeface="Arial" panose="020B0604020202020204" pitchFamily="34" charset="0"/>
              </a:rPr>
              <a:t> UCI Machine Learning Repository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Data:</a:t>
            </a:r>
            <a:r>
              <a:rPr kumimoji="0" lang="en-US" altLang="en-US" b="0" i="0" u="none" strike="noStrike" cap="none" normalizeH="0" baseline="0" dirty="0">
                <a:ln>
                  <a:noFill/>
                </a:ln>
                <a:solidFill>
                  <a:schemeClr val="tx1"/>
                </a:solidFill>
                <a:effectLst/>
                <a:latin typeface="Arial" panose="020B0604020202020204" pitchFamily="34" charset="0"/>
              </a:rPr>
              <a:t> 9358 hourly records collected between March 2004 and February 2005.</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Location:</a:t>
            </a:r>
            <a:r>
              <a:rPr kumimoji="0" lang="en-US" altLang="en-US" b="0" i="0" u="none" strike="noStrike" cap="none" normalizeH="0" baseline="0" dirty="0">
                <a:ln>
                  <a:noFill/>
                </a:ln>
                <a:solidFill>
                  <a:schemeClr val="tx1"/>
                </a:solidFill>
                <a:effectLst/>
                <a:latin typeface="Arial" panose="020B0604020202020204" pitchFamily="34" charset="0"/>
              </a:rPr>
              <a:t> Highly polluted area in Italy</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999" y="445025"/>
            <a:ext cx="5890773" cy="572700"/>
          </a:xfrm>
        </p:spPr>
        <p:txBody>
          <a:bodyPr/>
          <a:lstStyle/>
          <a:p>
            <a:r>
              <a:rPr lang="en-US" dirty="0"/>
              <a:t>Datasets Description </a:t>
            </a:r>
            <a:r>
              <a:rPr lang="ak-Latn-GH" dirty="0"/>
              <a:t>–</a:t>
            </a:r>
            <a:r>
              <a:rPr lang="en-US" dirty="0"/>
              <a:t> cont’d</a:t>
            </a:r>
          </a:p>
        </p:txBody>
      </p:sp>
      <p:sp>
        <p:nvSpPr>
          <p:cNvPr id="15" name="TextBox 14">
            <a:extLst>
              <a:ext uri="{FF2B5EF4-FFF2-40B4-BE49-F238E27FC236}">
                <a16:creationId xmlns:a16="http://schemas.microsoft.com/office/drawing/2014/main" id="{806ECB3E-5F99-8560-6B73-A9CB42EB25A5}"/>
              </a:ext>
            </a:extLst>
          </p:cNvPr>
          <p:cNvSpPr txBox="1"/>
          <p:nvPr/>
        </p:nvSpPr>
        <p:spPr>
          <a:xfrm>
            <a:off x="494720" y="1225896"/>
            <a:ext cx="6059904" cy="587853"/>
          </a:xfrm>
          <a:prstGeom prst="rect">
            <a:avLst/>
          </a:prstGeom>
          <a:noFill/>
        </p:spPr>
        <p:txBody>
          <a:bodyPr wrap="square">
            <a:spAutoFit/>
          </a:bodyPr>
          <a:lstStyle/>
          <a:p>
            <a:pPr marL="457200" marR="0" lvl="0" indent="-317500" algn="l" defTabSz="914400" rtl="0" eaLnBrk="1" fontAlgn="auto" latinLnBrk="0" hangingPunct="1">
              <a:lnSpc>
                <a:spcPct val="115000"/>
              </a:lnSpc>
              <a:spcBef>
                <a:spcPts val="0"/>
              </a:spcBef>
              <a:spcAft>
                <a:spcPts val="0"/>
              </a:spcAft>
              <a:buClr>
                <a:srgbClr val="334157"/>
              </a:buClr>
              <a:buSzPts val="2400"/>
              <a:buFont typeface="Baloo 2 ExtraBold"/>
              <a:buNone/>
              <a:tabLst/>
              <a:defRPr/>
            </a:pPr>
            <a:r>
              <a:rPr kumimoji="0" lang="en-US" b="0" i="0" u="none" strike="noStrike" kern="0" cap="none" spc="0" normalizeH="0" baseline="0" noProof="0" dirty="0">
                <a:ln>
                  <a:noFill/>
                </a:ln>
                <a:solidFill>
                  <a:srgbClr val="334157"/>
                </a:solidFill>
                <a:effectLst/>
                <a:uLnTx/>
                <a:uFillTx/>
                <a:latin typeface="Baloo 2 ExtraBold"/>
                <a:cs typeface="Baloo 2 ExtraBold"/>
                <a:sym typeface="Baloo 2 ExtraBold"/>
              </a:rPr>
              <a:t>The dataset contains air pollution data with the following features (</a:t>
            </a:r>
            <a:r>
              <a:rPr kumimoji="0" lang="en-US" b="0" i="0" u="none" strike="noStrike" kern="0" cap="none" spc="0" normalizeH="0" baseline="0" noProof="0" dirty="0">
                <a:ln>
                  <a:noFill/>
                </a:ln>
                <a:solidFill>
                  <a:srgbClr val="AE6535"/>
                </a:solidFill>
                <a:effectLst/>
                <a:uLnTx/>
                <a:uFillTx/>
                <a:latin typeface="Baloo 2 ExtraBold"/>
                <a:cs typeface="Baloo 2 ExtraBold"/>
                <a:sym typeface="Baloo 2 ExtraBold"/>
              </a:rPr>
              <a:t>important features only</a:t>
            </a:r>
            <a:r>
              <a:rPr kumimoji="0" lang="en-US" b="0" i="0" u="none" strike="noStrike" kern="0" cap="none" spc="0" normalizeH="0" baseline="0" noProof="0" dirty="0">
                <a:ln>
                  <a:noFill/>
                </a:ln>
                <a:solidFill>
                  <a:srgbClr val="334157"/>
                </a:solidFill>
                <a:effectLst/>
                <a:uLnTx/>
                <a:uFillTx/>
                <a:latin typeface="Baloo 2 ExtraBold"/>
                <a:cs typeface="Baloo 2 ExtraBold"/>
                <a:sym typeface="Baloo 2 ExtraBold"/>
              </a:rPr>
              <a:t>):</a:t>
            </a:r>
          </a:p>
        </p:txBody>
      </p:sp>
      <p:sp>
        <p:nvSpPr>
          <p:cNvPr id="16" name="Rectangle 15">
            <a:extLst>
              <a:ext uri="{FF2B5EF4-FFF2-40B4-BE49-F238E27FC236}">
                <a16:creationId xmlns:a16="http://schemas.microsoft.com/office/drawing/2014/main" id="{376AFBBF-72DF-BED7-8D41-963ADA9136DC}"/>
              </a:ext>
            </a:extLst>
          </p:cNvPr>
          <p:cNvSpPr>
            <a:spLocks noChangeArrowheads="1"/>
          </p:cNvSpPr>
          <p:nvPr/>
        </p:nvSpPr>
        <p:spPr bwMode="auto">
          <a:xfrm>
            <a:off x="1088465" y="1909099"/>
            <a:ext cx="5338723"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rgbClr val="AE6535"/>
                </a:solidFill>
                <a:effectLst/>
                <a:latin typeface="DM Sans" pitchFamily="2" charset="0"/>
              </a:rPr>
              <a:t>Relative Humidity (RH) (%)</a:t>
            </a:r>
            <a:r>
              <a:rPr kumimoji="0" lang="en-US" altLang="en-US" b="0" i="0" u="none" strike="noStrike" cap="none" normalizeH="0" baseline="0" dirty="0">
                <a:ln>
                  <a:noFill/>
                </a:ln>
                <a:solidFill>
                  <a:srgbClr val="AE6535"/>
                </a:solidFill>
                <a:effectLst/>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Percentage of moisture in the air.</a:t>
            </a:r>
          </a:p>
          <a:p>
            <a:pPr marL="171450" marR="0" lvl="0" indent="-1714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rgbClr val="AE6535"/>
                </a:solidFill>
                <a:effectLst/>
                <a:latin typeface="DM Sans" pitchFamily="2" charset="0"/>
              </a:rPr>
              <a:t>CO(GT) (mg/m³)</a:t>
            </a:r>
            <a:r>
              <a:rPr kumimoji="0" lang="en-US" altLang="en-US" b="0" i="0" u="none" strike="noStrike" cap="none" normalizeH="0" baseline="0" dirty="0">
                <a:ln>
                  <a:noFill/>
                </a:ln>
                <a:solidFill>
                  <a:srgbClr val="AE6535"/>
                </a:solidFill>
                <a:effectLst/>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True concentration of Carbon Monoxide in</a:t>
            </a:r>
          </a:p>
          <a:p>
            <a:pPr marR="0" lvl="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 the air (measured by chemical analysis).</a:t>
            </a:r>
          </a:p>
          <a:p>
            <a:pPr marL="171450" marR="0" lvl="0" indent="-1714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rgbClr val="AE6535"/>
                </a:solidFill>
                <a:effectLst/>
                <a:latin typeface="DM Sans" pitchFamily="2" charset="0"/>
              </a:rPr>
              <a:t>NO₂(GT) (µg/m³)</a:t>
            </a:r>
            <a:r>
              <a:rPr kumimoji="0" lang="en-US" altLang="en-US" b="0" i="0" u="none" strike="noStrike" cap="none" normalizeH="0" baseline="0" dirty="0">
                <a:ln>
                  <a:noFill/>
                </a:ln>
                <a:solidFill>
                  <a:srgbClr val="AE6535"/>
                </a:solidFill>
                <a:effectLst/>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Ground truth concentration of </a:t>
            </a:r>
            <a:endParaRPr lang="en-US" altLang="en-US" dirty="0">
              <a:solidFill>
                <a:schemeClr val="tx1"/>
              </a:solidFill>
              <a:latin typeface="DM Sans" pitchFamily="2" charset="0"/>
            </a:endParaRPr>
          </a:p>
          <a:p>
            <a:pPr lvl="1" eaLnBrk="0" fontAlgn="base" hangingPunct="0">
              <a:spcBef>
                <a:spcPct val="0"/>
              </a:spcBef>
              <a:spcAft>
                <a:spcPct val="0"/>
              </a:spcAft>
              <a:buClrTx/>
            </a:pPr>
            <a:r>
              <a:rPr kumimoji="0" lang="en-US" altLang="en-US" b="0" i="0" u="none" strike="noStrike" cap="none" normalizeH="0" baseline="0" dirty="0">
                <a:ln>
                  <a:noFill/>
                </a:ln>
                <a:solidFill>
                  <a:schemeClr val="tx1"/>
                </a:solidFill>
                <a:effectLst/>
                <a:latin typeface="DM Sans" pitchFamily="2" charset="0"/>
              </a:rPr>
              <a:t>	Nitrogen Dioxide.</a:t>
            </a:r>
          </a:p>
          <a:p>
            <a:pPr marL="171450" marR="0" lvl="0" indent="-1714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rgbClr val="AE6535"/>
                </a:solidFill>
                <a:effectLst/>
                <a:latin typeface="DM Sans" pitchFamily="2" charset="0"/>
              </a:rPr>
              <a:t>C6H6(GT) (µg/m³)</a:t>
            </a:r>
            <a:r>
              <a:rPr kumimoji="0" lang="en-US" altLang="en-US" b="0" i="0" u="none" strike="noStrike" cap="none" normalizeH="0" baseline="0" dirty="0">
                <a:ln>
                  <a:noFill/>
                </a:ln>
                <a:solidFill>
                  <a:srgbClr val="AE6535"/>
                </a:solidFill>
                <a:effectLst/>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Benzene concentration, indicating </a:t>
            </a:r>
          </a:p>
          <a:p>
            <a:pPr marR="0" lvl="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air pollution levels.</a:t>
            </a:r>
          </a:p>
          <a:p>
            <a:pPr marL="171450" marR="0" lvl="0" indent="-1714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rgbClr val="AE6535"/>
                </a:solidFill>
                <a:effectLst/>
                <a:latin typeface="DM Sans" pitchFamily="2" charset="0"/>
              </a:rPr>
              <a:t>Temperature (T) (°C)</a:t>
            </a:r>
            <a:r>
              <a:rPr kumimoji="0" lang="en-US" altLang="en-US" b="0" i="0" u="none" strike="noStrike" cap="none" normalizeH="0" baseline="0" dirty="0">
                <a:ln>
                  <a:noFill/>
                </a:ln>
                <a:solidFill>
                  <a:srgbClr val="AE6535"/>
                </a:solidFill>
                <a:effectLst/>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Ambient air temperature measured</a:t>
            </a:r>
          </a:p>
          <a:p>
            <a:pPr lvl="1" eaLnBrk="0" fontAlgn="base" hangingPunct="0">
              <a:spcBef>
                <a:spcPct val="0"/>
              </a:spcBef>
              <a:spcAft>
                <a:spcPct val="0"/>
              </a:spcAft>
              <a:buClrTx/>
            </a:pPr>
            <a:r>
              <a:rPr lang="en-US" altLang="en-US" dirty="0">
                <a:solidFill>
                  <a:schemeClr val="tx1"/>
                </a:solidFill>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 at the monitoring station.</a:t>
            </a:r>
          </a:p>
          <a:p>
            <a:pPr marL="171450" marR="0" lvl="0" indent="-1714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rgbClr val="AE6535"/>
                </a:solidFill>
                <a:effectLst/>
                <a:latin typeface="DM Sans" pitchFamily="2" charset="0"/>
              </a:rPr>
              <a:t>PT08.S1(CO)</a:t>
            </a:r>
            <a:r>
              <a:rPr kumimoji="0" lang="en-US" altLang="en-US" b="0" i="0" u="none" strike="noStrike" cap="none" normalizeH="0" baseline="0" dirty="0">
                <a:ln>
                  <a:noFill/>
                </a:ln>
                <a:solidFill>
                  <a:srgbClr val="AE6535"/>
                </a:solidFill>
                <a:effectLst/>
                <a:latin typeface="DM Sans" pitchFamily="2" charset="0"/>
              </a:rPr>
              <a:t>: </a:t>
            </a:r>
            <a:r>
              <a:rPr kumimoji="0" lang="en-US" altLang="en-US" b="0" i="0" u="none" strike="noStrike" cap="none" normalizeH="0" baseline="0" dirty="0">
                <a:ln>
                  <a:noFill/>
                </a:ln>
                <a:solidFill>
                  <a:schemeClr val="tx1"/>
                </a:solidFill>
                <a:effectLst/>
                <a:latin typeface="DM Sans" pitchFamily="2" charset="0"/>
              </a:rPr>
              <a:t>Sensor 1 response to Carbon Monoxide</a:t>
            </a:r>
            <a:r>
              <a:rPr kumimoji="0" lang="en-US" altLang="en-US" sz="1800" b="0" i="0" u="none" strike="noStrike" cap="none" normalizeH="0" baseline="0" dirty="0">
                <a:ln>
                  <a:noFill/>
                </a:ln>
                <a:solidFill>
                  <a:schemeClr val="tx1"/>
                </a:solidFill>
                <a:effectLst/>
                <a:latin typeface="DM Sans" pitchFamily="2" charset="0"/>
              </a:rPr>
              <a:t>.</a:t>
            </a:r>
          </a:p>
        </p:txBody>
      </p:sp>
      <p:grpSp>
        <p:nvGrpSpPr>
          <p:cNvPr id="46" name="Google Shape;1354;p46">
            <a:extLst>
              <a:ext uri="{FF2B5EF4-FFF2-40B4-BE49-F238E27FC236}">
                <a16:creationId xmlns:a16="http://schemas.microsoft.com/office/drawing/2014/main" id="{BAB8BC75-9B1D-67C8-3FEF-9544A173F4E2}"/>
              </a:ext>
            </a:extLst>
          </p:cNvPr>
          <p:cNvGrpSpPr/>
          <p:nvPr/>
        </p:nvGrpSpPr>
        <p:grpSpPr>
          <a:xfrm>
            <a:off x="6208295" y="2189747"/>
            <a:ext cx="2743199" cy="2586684"/>
            <a:chOff x="4977785" y="924631"/>
            <a:chExt cx="3460669" cy="3679360"/>
          </a:xfrm>
        </p:grpSpPr>
        <p:grpSp>
          <p:nvGrpSpPr>
            <p:cNvPr id="47" name="Google Shape;1355;p46">
              <a:extLst>
                <a:ext uri="{FF2B5EF4-FFF2-40B4-BE49-F238E27FC236}">
                  <a16:creationId xmlns:a16="http://schemas.microsoft.com/office/drawing/2014/main" id="{FE1A2383-6002-0575-A9E5-0E4250B07253}"/>
                </a:ext>
              </a:extLst>
            </p:cNvPr>
            <p:cNvGrpSpPr/>
            <p:nvPr/>
          </p:nvGrpSpPr>
          <p:grpSpPr>
            <a:xfrm>
              <a:off x="5409492" y="1599100"/>
              <a:ext cx="1988668" cy="1400059"/>
              <a:chOff x="3622711" y="1331469"/>
              <a:chExt cx="959226" cy="675313"/>
            </a:xfrm>
          </p:grpSpPr>
          <p:sp>
            <p:nvSpPr>
              <p:cNvPr id="105" name="Google Shape;1356;p46">
                <a:extLst>
                  <a:ext uri="{FF2B5EF4-FFF2-40B4-BE49-F238E27FC236}">
                    <a16:creationId xmlns:a16="http://schemas.microsoft.com/office/drawing/2014/main" id="{7ADFD438-F201-1890-F051-C11AC904F437}"/>
                  </a:ext>
                </a:extLst>
              </p:cNvPr>
              <p:cNvSpPr/>
              <p:nvPr/>
            </p:nvSpPr>
            <p:spPr>
              <a:xfrm>
                <a:off x="3622711" y="1331469"/>
                <a:ext cx="959226" cy="675313"/>
              </a:xfrm>
              <a:custGeom>
                <a:avLst/>
                <a:gdLst/>
                <a:ahLst/>
                <a:cxnLst/>
                <a:rect l="l" t="t" r="r" b="b"/>
                <a:pathLst>
                  <a:path w="517" h="365" extrusionOk="0">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 name="Google Shape;1357;p46">
                <a:extLst>
                  <a:ext uri="{FF2B5EF4-FFF2-40B4-BE49-F238E27FC236}">
                    <a16:creationId xmlns:a16="http://schemas.microsoft.com/office/drawing/2014/main" id="{4666E91F-A985-2F28-C5D9-691047B61AE9}"/>
                  </a:ext>
                </a:extLst>
              </p:cNvPr>
              <p:cNvSpPr/>
              <p:nvPr/>
            </p:nvSpPr>
            <p:spPr>
              <a:xfrm>
                <a:off x="3728165" y="1367972"/>
                <a:ext cx="750345" cy="332586"/>
              </a:xfrm>
              <a:custGeom>
                <a:avLst/>
                <a:gdLst/>
                <a:ahLst/>
                <a:cxnLst/>
                <a:rect l="l" t="t" r="r" b="b"/>
                <a:pathLst>
                  <a:path w="370" h="164" extrusionOk="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rgbClr val="41578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 name="Google Shape;1358;p46">
                <a:extLst>
                  <a:ext uri="{FF2B5EF4-FFF2-40B4-BE49-F238E27FC236}">
                    <a16:creationId xmlns:a16="http://schemas.microsoft.com/office/drawing/2014/main" id="{B4569DE1-963F-8068-3016-0B59ED524EBD}"/>
                  </a:ext>
                </a:extLst>
              </p:cNvPr>
              <p:cNvSpPr/>
              <p:nvPr/>
            </p:nvSpPr>
            <p:spPr>
              <a:xfrm>
                <a:off x="3963408" y="1513985"/>
                <a:ext cx="363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 name="Google Shape;1359;p46">
                <a:extLst>
                  <a:ext uri="{FF2B5EF4-FFF2-40B4-BE49-F238E27FC236}">
                    <a16:creationId xmlns:a16="http://schemas.microsoft.com/office/drawing/2014/main" id="{A4A24A3E-57AF-7A26-7219-467702BF0121}"/>
                  </a:ext>
                </a:extLst>
              </p:cNvPr>
              <p:cNvSpPr/>
              <p:nvPr/>
            </p:nvSpPr>
            <p:spPr>
              <a:xfrm>
                <a:off x="4083059" y="1597131"/>
                <a:ext cx="36300" cy="387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 name="Google Shape;1360;p46">
                <a:extLst>
                  <a:ext uri="{FF2B5EF4-FFF2-40B4-BE49-F238E27FC236}">
                    <a16:creationId xmlns:a16="http://schemas.microsoft.com/office/drawing/2014/main" id="{E5E92325-8AA8-D78F-6318-F5AA526605D4}"/>
                  </a:ext>
                </a:extLst>
              </p:cNvPr>
              <p:cNvSpPr/>
              <p:nvPr/>
            </p:nvSpPr>
            <p:spPr>
              <a:xfrm>
                <a:off x="4208792" y="1445035"/>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 name="Google Shape;1361;p46">
                <a:extLst>
                  <a:ext uri="{FF2B5EF4-FFF2-40B4-BE49-F238E27FC236}">
                    <a16:creationId xmlns:a16="http://schemas.microsoft.com/office/drawing/2014/main" id="{01620B3A-04D0-7FB7-6ED0-C038B221A0BA}"/>
                  </a:ext>
                </a:extLst>
              </p:cNvPr>
              <p:cNvSpPr/>
              <p:nvPr/>
            </p:nvSpPr>
            <p:spPr>
              <a:xfrm>
                <a:off x="4332497" y="1516013"/>
                <a:ext cx="387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362;p46">
                <a:extLst>
                  <a:ext uri="{FF2B5EF4-FFF2-40B4-BE49-F238E27FC236}">
                    <a16:creationId xmlns:a16="http://schemas.microsoft.com/office/drawing/2014/main" id="{0CA7BC1D-4D54-AEB0-2C85-BED321492237}"/>
                  </a:ext>
                </a:extLst>
              </p:cNvPr>
              <p:cNvSpPr/>
              <p:nvPr/>
            </p:nvSpPr>
            <p:spPr>
              <a:xfrm>
                <a:off x="4458231" y="1351748"/>
                <a:ext cx="36300" cy="363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 name="Google Shape;1363;p46">
                <a:extLst>
                  <a:ext uri="{FF2B5EF4-FFF2-40B4-BE49-F238E27FC236}">
                    <a16:creationId xmlns:a16="http://schemas.microsoft.com/office/drawing/2014/main" id="{BD9DD944-9D21-0B51-A76A-5D3BD22FE043}"/>
                  </a:ext>
                </a:extLst>
              </p:cNvPr>
              <p:cNvSpPr/>
              <p:nvPr/>
            </p:nvSpPr>
            <p:spPr>
              <a:xfrm>
                <a:off x="3709914" y="1678250"/>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 name="Google Shape;1364;p46">
                <a:extLst>
                  <a:ext uri="{FF2B5EF4-FFF2-40B4-BE49-F238E27FC236}">
                    <a16:creationId xmlns:a16="http://schemas.microsoft.com/office/drawing/2014/main" id="{D6643644-E222-8CBC-E013-46510B667815}"/>
                  </a:ext>
                </a:extLst>
              </p:cNvPr>
              <p:cNvSpPr/>
              <p:nvPr/>
            </p:nvSpPr>
            <p:spPr>
              <a:xfrm>
                <a:off x="3701802" y="1765453"/>
                <a:ext cx="66923" cy="152098"/>
              </a:xfrm>
              <a:custGeom>
                <a:avLst/>
                <a:gdLst/>
                <a:ahLst/>
                <a:cxnLst/>
                <a:rect l="l" t="t" r="r" b="b"/>
                <a:pathLst>
                  <a:path w="36" h="83" extrusionOk="0">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 name="Google Shape;1365;p46">
                <a:extLst>
                  <a:ext uri="{FF2B5EF4-FFF2-40B4-BE49-F238E27FC236}">
                    <a16:creationId xmlns:a16="http://schemas.microsoft.com/office/drawing/2014/main" id="{C081DBE3-5053-0C93-67DF-CE1BD3129C37}"/>
                  </a:ext>
                </a:extLst>
              </p:cNvPr>
              <p:cNvSpPr/>
              <p:nvPr/>
            </p:nvSpPr>
            <p:spPr>
              <a:xfrm>
                <a:off x="3825507" y="1694474"/>
                <a:ext cx="66923" cy="223076"/>
              </a:xfrm>
              <a:custGeom>
                <a:avLst/>
                <a:gdLst/>
                <a:ahLst/>
                <a:cxnLst/>
                <a:rect l="l" t="t" r="r" b="b"/>
                <a:pathLst>
                  <a:path w="36" h="121" extrusionOk="0">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 name="Google Shape;1366;p46">
                <a:extLst>
                  <a:ext uri="{FF2B5EF4-FFF2-40B4-BE49-F238E27FC236}">
                    <a16:creationId xmlns:a16="http://schemas.microsoft.com/office/drawing/2014/main" id="{ED7BE56E-2783-99CC-234E-FEAA56D65E67}"/>
                  </a:ext>
                </a:extLst>
              </p:cNvPr>
              <p:cNvSpPr/>
              <p:nvPr/>
            </p:nvSpPr>
            <p:spPr>
              <a:xfrm>
                <a:off x="3947185" y="1621467"/>
                <a:ext cx="66923" cy="296083"/>
              </a:xfrm>
              <a:custGeom>
                <a:avLst/>
                <a:gdLst/>
                <a:ahLst/>
                <a:cxnLst/>
                <a:rect l="l" t="t" r="r" b="b"/>
                <a:pathLst>
                  <a:path w="36" h="160" extrusionOk="0">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 name="Google Shape;1367;p46">
                <a:extLst>
                  <a:ext uri="{FF2B5EF4-FFF2-40B4-BE49-F238E27FC236}">
                    <a16:creationId xmlns:a16="http://schemas.microsoft.com/office/drawing/2014/main" id="{768CA8A2-CDB4-D38C-90C8-658D032A2AB8}"/>
                  </a:ext>
                </a:extLst>
              </p:cNvPr>
              <p:cNvSpPr/>
              <p:nvPr/>
            </p:nvSpPr>
            <p:spPr>
              <a:xfrm>
                <a:off x="4072918" y="1678250"/>
                <a:ext cx="64895" cy="239300"/>
              </a:xfrm>
              <a:custGeom>
                <a:avLst/>
                <a:gdLst/>
                <a:ahLst/>
                <a:cxnLst/>
                <a:rect l="l" t="t" r="r" b="b"/>
                <a:pathLst>
                  <a:path w="36" h="129" extrusionOk="0">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 name="Google Shape;1368;p46">
                <a:extLst>
                  <a:ext uri="{FF2B5EF4-FFF2-40B4-BE49-F238E27FC236}">
                    <a16:creationId xmlns:a16="http://schemas.microsoft.com/office/drawing/2014/main" id="{9DEA6CCD-97E6-BA90-467A-024BF21D4A8A}"/>
                  </a:ext>
                </a:extLst>
              </p:cNvPr>
              <p:cNvSpPr/>
              <p:nvPr/>
            </p:nvSpPr>
            <p:spPr>
              <a:xfrm>
                <a:off x="4196624" y="1548460"/>
                <a:ext cx="66923" cy="369089"/>
              </a:xfrm>
              <a:custGeom>
                <a:avLst/>
                <a:gdLst/>
                <a:ahLst/>
                <a:cxnLst/>
                <a:rect l="l" t="t" r="r" b="b"/>
                <a:pathLst>
                  <a:path w="36" h="199" extrusionOk="0">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 name="Google Shape;1369;p46">
                <a:extLst>
                  <a:ext uri="{FF2B5EF4-FFF2-40B4-BE49-F238E27FC236}">
                    <a16:creationId xmlns:a16="http://schemas.microsoft.com/office/drawing/2014/main" id="{AC3E6B12-D004-1240-12E2-5855CFA138B6}"/>
                  </a:ext>
                </a:extLst>
              </p:cNvPr>
              <p:cNvSpPr/>
              <p:nvPr/>
            </p:nvSpPr>
            <p:spPr>
              <a:xfrm>
                <a:off x="4318302" y="1609299"/>
                <a:ext cx="66923" cy="308250"/>
              </a:xfrm>
              <a:custGeom>
                <a:avLst/>
                <a:gdLst/>
                <a:ahLst/>
                <a:cxnLst/>
                <a:rect l="l" t="t" r="r" b="b"/>
                <a:pathLst>
                  <a:path w="36" h="167" extrusionOk="0">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 name="Google Shape;1370;p46">
                <a:extLst>
                  <a:ext uri="{FF2B5EF4-FFF2-40B4-BE49-F238E27FC236}">
                    <a16:creationId xmlns:a16="http://schemas.microsoft.com/office/drawing/2014/main" id="{C2AF999B-C0E1-3C9A-57F3-D4F01B0D502F}"/>
                  </a:ext>
                </a:extLst>
              </p:cNvPr>
              <p:cNvSpPr/>
              <p:nvPr/>
            </p:nvSpPr>
            <p:spPr>
              <a:xfrm>
                <a:off x="4442007" y="1459230"/>
                <a:ext cx="66923" cy="458319"/>
              </a:xfrm>
              <a:custGeom>
                <a:avLst/>
                <a:gdLst/>
                <a:ahLst/>
                <a:cxnLst/>
                <a:rect l="l" t="t" r="r" b="b"/>
                <a:pathLst>
                  <a:path w="36" h="248" extrusionOk="0">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 name="Google Shape;1371;p46">
              <a:extLst>
                <a:ext uri="{FF2B5EF4-FFF2-40B4-BE49-F238E27FC236}">
                  <a16:creationId xmlns:a16="http://schemas.microsoft.com/office/drawing/2014/main" id="{1B347707-19E2-9703-1005-A0DD3F7F3EF7}"/>
                </a:ext>
              </a:extLst>
            </p:cNvPr>
            <p:cNvGrpSpPr/>
            <p:nvPr/>
          </p:nvGrpSpPr>
          <p:grpSpPr>
            <a:xfrm flipH="1">
              <a:off x="6979971" y="1968812"/>
              <a:ext cx="1458483" cy="2635179"/>
              <a:chOff x="5132143" y="1520276"/>
              <a:chExt cx="1241051" cy="2242324"/>
            </a:xfrm>
          </p:grpSpPr>
          <p:sp>
            <p:nvSpPr>
              <p:cNvPr id="78" name="Google Shape;1372;p46">
                <a:extLst>
                  <a:ext uri="{FF2B5EF4-FFF2-40B4-BE49-F238E27FC236}">
                    <a16:creationId xmlns:a16="http://schemas.microsoft.com/office/drawing/2014/main" id="{DAC316C3-0FFA-8325-6BEC-1CF85F4E13D3}"/>
                  </a:ext>
                </a:extLst>
              </p:cNvPr>
              <p:cNvSpPr/>
              <p:nvPr/>
            </p:nvSpPr>
            <p:spPr>
              <a:xfrm flipH="1">
                <a:off x="5171192" y="3562026"/>
                <a:ext cx="209023" cy="187554"/>
              </a:xfrm>
              <a:custGeom>
                <a:avLst/>
                <a:gdLst/>
                <a:ahLst/>
                <a:cxnLst/>
                <a:rect l="l" t="t" r="r" b="b"/>
                <a:pathLst>
                  <a:path w="273" h="245" extrusionOk="0">
                    <a:moveTo>
                      <a:pt x="0" y="10"/>
                    </a:moveTo>
                    <a:lnTo>
                      <a:pt x="14" y="190"/>
                    </a:lnTo>
                    <a:lnTo>
                      <a:pt x="273" y="245"/>
                    </a:lnTo>
                    <a:lnTo>
                      <a:pt x="141" y="111"/>
                    </a:lnTo>
                    <a:lnTo>
                      <a:pt x="109" y="0"/>
                    </a:lnTo>
                    <a:lnTo>
                      <a:pt x="0" y="1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1373;p46">
                <a:extLst>
                  <a:ext uri="{FF2B5EF4-FFF2-40B4-BE49-F238E27FC236}">
                    <a16:creationId xmlns:a16="http://schemas.microsoft.com/office/drawing/2014/main" id="{C7FC8CBB-4AAE-2558-8424-54285090CD87}"/>
                  </a:ext>
                </a:extLst>
              </p:cNvPr>
              <p:cNvSpPr/>
              <p:nvPr/>
            </p:nvSpPr>
            <p:spPr>
              <a:xfrm flipH="1">
                <a:off x="5132143" y="3634751"/>
                <a:ext cx="265681" cy="127843"/>
              </a:xfrm>
              <a:custGeom>
                <a:avLst/>
                <a:gdLst/>
                <a:ahLst/>
                <a:cxnLst/>
                <a:rect l="l" t="t" r="r" b="b"/>
                <a:pathLst>
                  <a:path w="347" h="167" extrusionOk="0">
                    <a:moveTo>
                      <a:pt x="164" y="0"/>
                    </a:moveTo>
                    <a:lnTo>
                      <a:pt x="347" y="162"/>
                    </a:lnTo>
                    <a:lnTo>
                      <a:pt x="0" y="167"/>
                    </a:lnTo>
                    <a:lnTo>
                      <a:pt x="23" y="2"/>
                    </a:lnTo>
                    <a:lnTo>
                      <a:pt x="93" y="69"/>
                    </a:lnTo>
                    <a:lnTo>
                      <a:pt x="16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1374;p46">
                <a:extLst>
                  <a:ext uri="{FF2B5EF4-FFF2-40B4-BE49-F238E27FC236}">
                    <a16:creationId xmlns:a16="http://schemas.microsoft.com/office/drawing/2014/main" id="{007E3D54-6E2A-B1F5-054E-2C37FF5C0BE7}"/>
                  </a:ext>
                </a:extLst>
              </p:cNvPr>
              <p:cNvSpPr/>
              <p:nvPr/>
            </p:nvSpPr>
            <p:spPr>
              <a:xfrm flipH="1">
                <a:off x="5245460" y="3649296"/>
                <a:ext cx="26798" cy="19138"/>
              </a:xfrm>
              <a:custGeom>
                <a:avLst/>
                <a:gdLst/>
                <a:ahLst/>
                <a:cxnLst/>
                <a:rect l="l" t="t" r="r" b="b"/>
                <a:pathLst>
                  <a:path w="35" h="25" extrusionOk="0">
                    <a:moveTo>
                      <a:pt x="3" y="25"/>
                    </a:moveTo>
                    <a:lnTo>
                      <a:pt x="0" y="20"/>
                    </a:lnTo>
                    <a:lnTo>
                      <a:pt x="33" y="0"/>
                    </a:lnTo>
                    <a:lnTo>
                      <a:pt x="35" y="4"/>
                    </a:lnTo>
                    <a:lnTo>
                      <a:pt x="3"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1375;p46">
                <a:extLst>
                  <a:ext uri="{FF2B5EF4-FFF2-40B4-BE49-F238E27FC236}">
                    <a16:creationId xmlns:a16="http://schemas.microsoft.com/office/drawing/2014/main" id="{12B02EB6-7FFE-740C-B587-EDE449AF0CD6}"/>
                  </a:ext>
                </a:extLst>
              </p:cNvPr>
              <p:cNvSpPr/>
              <p:nvPr/>
            </p:nvSpPr>
            <p:spPr>
              <a:xfrm flipH="1">
                <a:off x="5224021" y="3660013"/>
                <a:ext cx="26798" cy="19138"/>
              </a:xfrm>
              <a:custGeom>
                <a:avLst/>
                <a:gdLst/>
                <a:ahLst/>
                <a:cxnLst/>
                <a:rect l="l" t="t" r="r" b="b"/>
                <a:pathLst>
                  <a:path w="35" h="25" extrusionOk="0">
                    <a:moveTo>
                      <a:pt x="5" y="25"/>
                    </a:moveTo>
                    <a:lnTo>
                      <a:pt x="0" y="20"/>
                    </a:lnTo>
                    <a:lnTo>
                      <a:pt x="32" y="0"/>
                    </a:lnTo>
                    <a:lnTo>
                      <a:pt x="35" y="4"/>
                    </a:lnTo>
                    <a:lnTo>
                      <a:pt x="5"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1376;p46">
                <a:extLst>
                  <a:ext uri="{FF2B5EF4-FFF2-40B4-BE49-F238E27FC236}">
                    <a16:creationId xmlns:a16="http://schemas.microsoft.com/office/drawing/2014/main" id="{CD586247-00C6-1C0D-4BF0-C6B4608A02FB}"/>
                  </a:ext>
                </a:extLst>
              </p:cNvPr>
              <p:cNvSpPr/>
              <p:nvPr/>
            </p:nvSpPr>
            <p:spPr>
              <a:xfrm flipH="1">
                <a:off x="5749192" y="3588825"/>
                <a:ext cx="205194" cy="168415"/>
              </a:xfrm>
              <a:custGeom>
                <a:avLst/>
                <a:gdLst/>
                <a:ahLst/>
                <a:cxnLst/>
                <a:rect l="l" t="t" r="r" b="b"/>
                <a:pathLst>
                  <a:path w="268" h="220" extrusionOk="0">
                    <a:moveTo>
                      <a:pt x="245" y="7"/>
                    </a:moveTo>
                    <a:lnTo>
                      <a:pt x="268" y="160"/>
                    </a:lnTo>
                    <a:lnTo>
                      <a:pt x="0" y="220"/>
                    </a:lnTo>
                    <a:lnTo>
                      <a:pt x="144" y="84"/>
                    </a:lnTo>
                    <a:lnTo>
                      <a:pt x="134" y="0"/>
                    </a:lnTo>
                    <a:lnTo>
                      <a:pt x="245" y="7"/>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1377;p46">
                <a:extLst>
                  <a:ext uri="{FF2B5EF4-FFF2-40B4-BE49-F238E27FC236}">
                    <a16:creationId xmlns:a16="http://schemas.microsoft.com/office/drawing/2014/main" id="{AD420697-41F9-5628-3E3C-816407A833EA}"/>
                  </a:ext>
                </a:extLst>
              </p:cNvPr>
              <p:cNvSpPr/>
              <p:nvPr/>
            </p:nvSpPr>
            <p:spPr>
              <a:xfrm flipH="1">
                <a:off x="5738472" y="3645474"/>
                <a:ext cx="236587" cy="117125"/>
              </a:xfrm>
              <a:custGeom>
                <a:avLst/>
                <a:gdLst/>
                <a:ahLst/>
                <a:cxnLst/>
                <a:rect l="l" t="t" r="r" b="b"/>
                <a:pathLst>
                  <a:path w="309" h="153" extrusionOk="0">
                    <a:moveTo>
                      <a:pt x="159" y="0"/>
                    </a:moveTo>
                    <a:lnTo>
                      <a:pt x="0" y="153"/>
                    </a:lnTo>
                    <a:lnTo>
                      <a:pt x="309" y="151"/>
                    </a:lnTo>
                    <a:lnTo>
                      <a:pt x="286" y="7"/>
                    </a:lnTo>
                    <a:lnTo>
                      <a:pt x="238" y="72"/>
                    </a:lnTo>
                    <a:lnTo>
                      <a:pt x="15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1378;p46">
                <a:extLst>
                  <a:ext uri="{FF2B5EF4-FFF2-40B4-BE49-F238E27FC236}">
                    <a16:creationId xmlns:a16="http://schemas.microsoft.com/office/drawing/2014/main" id="{6ECB9B6B-6F0D-244A-7649-A735754291B0}"/>
                  </a:ext>
                </a:extLst>
              </p:cNvPr>
              <p:cNvSpPr/>
              <p:nvPr/>
            </p:nvSpPr>
            <p:spPr>
              <a:xfrm flipH="1">
                <a:off x="5851789" y="3660019"/>
                <a:ext cx="26032" cy="17607"/>
              </a:xfrm>
              <a:custGeom>
                <a:avLst/>
                <a:gdLst/>
                <a:ahLst/>
                <a:cxnLst/>
                <a:rect l="l" t="t" r="r" b="b"/>
                <a:pathLst>
                  <a:path w="34" h="23" extrusionOk="0">
                    <a:moveTo>
                      <a:pt x="32" y="23"/>
                    </a:moveTo>
                    <a:lnTo>
                      <a:pt x="0" y="4"/>
                    </a:lnTo>
                    <a:lnTo>
                      <a:pt x="2" y="0"/>
                    </a:lnTo>
                    <a:lnTo>
                      <a:pt x="34"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1379;p46">
                <a:extLst>
                  <a:ext uri="{FF2B5EF4-FFF2-40B4-BE49-F238E27FC236}">
                    <a16:creationId xmlns:a16="http://schemas.microsoft.com/office/drawing/2014/main" id="{6DEBDF69-D30E-DA3E-BC46-C9EBCBFDAB52}"/>
                  </a:ext>
                </a:extLst>
              </p:cNvPr>
              <p:cNvSpPr/>
              <p:nvPr/>
            </p:nvSpPr>
            <p:spPr>
              <a:xfrm flipH="1">
                <a:off x="5872461" y="3670737"/>
                <a:ext cx="26798" cy="17607"/>
              </a:xfrm>
              <a:custGeom>
                <a:avLst/>
                <a:gdLst/>
                <a:ahLst/>
                <a:cxnLst/>
                <a:rect l="l" t="t" r="r" b="b"/>
                <a:pathLst>
                  <a:path w="35" h="23" extrusionOk="0">
                    <a:moveTo>
                      <a:pt x="32" y="23"/>
                    </a:moveTo>
                    <a:lnTo>
                      <a:pt x="0" y="4"/>
                    </a:lnTo>
                    <a:lnTo>
                      <a:pt x="2" y="0"/>
                    </a:lnTo>
                    <a:lnTo>
                      <a:pt x="35"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1380;p46">
                <a:extLst>
                  <a:ext uri="{FF2B5EF4-FFF2-40B4-BE49-F238E27FC236}">
                    <a16:creationId xmlns:a16="http://schemas.microsoft.com/office/drawing/2014/main" id="{322B29A8-3CD1-7C5E-D12A-01C2E078DFDC}"/>
                  </a:ext>
                </a:extLst>
              </p:cNvPr>
              <p:cNvSpPr/>
              <p:nvPr/>
            </p:nvSpPr>
            <p:spPr>
              <a:xfrm rot="-633488" flipH="1">
                <a:off x="5673471" y="1766217"/>
                <a:ext cx="128195" cy="253687"/>
              </a:xfrm>
              <a:custGeom>
                <a:avLst/>
                <a:gdLst/>
                <a:ahLst/>
                <a:cxnLst/>
                <a:rect l="l" t="t" r="r" b="b"/>
                <a:pathLst>
                  <a:path w="145" h="287" extrusionOk="0">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1381;p46">
                <a:extLst>
                  <a:ext uri="{FF2B5EF4-FFF2-40B4-BE49-F238E27FC236}">
                    <a16:creationId xmlns:a16="http://schemas.microsoft.com/office/drawing/2014/main" id="{DF264A79-CEA6-E74E-D713-CDBD5E5943C1}"/>
                  </a:ext>
                </a:extLst>
              </p:cNvPr>
              <p:cNvSpPr/>
              <p:nvPr/>
            </p:nvSpPr>
            <p:spPr>
              <a:xfrm>
                <a:off x="5738480" y="1670962"/>
                <a:ext cx="0" cy="1720"/>
              </a:xfrm>
              <a:custGeom>
                <a:avLst/>
                <a:gdLst/>
                <a:ahLst/>
                <a:cxnLst/>
                <a:rect l="l" t="t" r="r" b="b"/>
                <a:pathLst>
                  <a:path w="120000" h="1" extrusionOk="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1382;p46">
                <a:extLst>
                  <a:ext uri="{FF2B5EF4-FFF2-40B4-BE49-F238E27FC236}">
                    <a16:creationId xmlns:a16="http://schemas.microsoft.com/office/drawing/2014/main" id="{610979BC-B120-694F-B261-B873A0C33732}"/>
                  </a:ext>
                </a:extLst>
              </p:cNvPr>
              <p:cNvSpPr/>
              <p:nvPr/>
            </p:nvSpPr>
            <p:spPr>
              <a:xfrm rot="-633489" flipH="1">
                <a:off x="5671050" y="1807722"/>
                <a:ext cx="125496" cy="130217"/>
              </a:xfrm>
              <a:custGeom>
                <a:avLst/>
                <a:gdLst/>
                <a:ahLst/>
                <a:cxnLst/>
                <a:rect l="l" t="t" r="r" b="b"/>
                <a:pathLst>
                  <a:path w="142" h="148" extrusionOk="0">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1383;p46">
                <a:extLst>
                  <a:ext uri="{FF2B5EF4-FFF2-40B4-BE49-F238E27FC236}">
                    <a16:creationId xmlns:a16="http://schemas.microsoft.com/office/drawing/2014/main" id="{703BF69E-C133-8A0D-442D-C329AFC921B2}"/>
                  </a:ext>
                </a:extLst>
              </p:cNvPr>
              <p:cNvSpPr/>
              <p:nvPr/>
            </p:nvSpPr>
            <p:spPr>
              <a:xfrm rot="-633481" flipH="1">
                <a:off x="5635960" y="1614358"/>
                <a:ext cx="237497" cy="284723"/>
              </a:xfrm>
              <a:custGeom>
                <a:avLst/>
                <a:gdLst/>
                <a:ahLst/>
                <a:cxnLst/>
                <a:rect l="l" t="t" r="r" b="b"/>
                <a:pathLst>
                  <a:path w="269" h="322" extrusionOk="0">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1384;p46">
                <a:extLst>
                  <a:ext uri="{FF2B5EF4-FFF2-40B4-BE49-F238E27FC236}">
                    <a16:creationId xmlns:a16="http://schemas.microsoft.com/office/drawing/2014/main" id="{3A5203A3-D50E-1F9D-12C6-790DA9771D46}"/>
                  </a:ext>
                </a:extLst>
              </p:cNvPr>
              <p:cNvSpPr/>
              <p:nvPr/>
            </p:nvSpPr>
            <p:spPr>
              <a:xfrm rot="-633479" flipH="1">
                <a:off x="5700559" y="1773589"/>
                <a:ext cx="39808" cy="22265"/>
              </a:xfrm>
              <a:custGeom>
                <a:avLst/>
                <a:gdLst/>
                <a:ahLst/>
                <a:cxnLst/>
                <a:rect l="l" t="t" r="r" b="b"/>
                <a:pathLst>
                  <a:path w="45" h="25" extrusionOk="0">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1385;p46">
                <a:extLst>
                  <a:ext uri="{FF2B5EF4-FFF2-40B4-BE49-F238E27FC236}">
                    <a16:creationId xmlns:a16="http://schemas.microsoft.com/office/drawing/2014/main" id="{794765DE-67F6-2D15-12EA-0D339033482B}"/>
                  </a:ext>
                </a:extLst>
              </p:cNvPr>
              <p:cNvSpPr/>
              <p:nvPr/>
            </p:nvSpPr>
            <p:spPr>
              <a:xfrm rot="-633483" flipH="1">
                <a:off x="5851296" y="1772282"/>
                <a:ext cx="24290" cy="16193"/>
              </a:xfrm>
              <a:custGeom>
                <a:avLst/>
                <a:gdLst/>
                <a:ahLst/>
                <a:cxnLst/>
                <a:rect l="l" t="t" r="r" b="b"/>
                <a:pathLst>
                  <a:path w="27" h="18" extrusionOk="0">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1386;p46">
                <a:extLst>
                  <a:ext uri="{FF2B5EF4-FFF2-40B4-BE49-F238E27FC236}">
                    <a16:creationId xmlns:a16="http://schemas.microsoft.com/office/drawing/2014/main" id="{5C9DFECD-3327-A9EB-995F-5A505D051BE9}"/>
                  </a:ext>
                </a:extLst>
              </p:cNvPr>
              <p:cNvSpPr/>
              <p:nvPr/>
            </p:nvSpPr>
            <p:spPr>
              <a:xfrm rot="-633483" flipH="1">
                <a:off x="5827115" y="1742475"/>
                <a:ext cx="18892" cy="37783"/>
              </a:xfrm>
              <a:custGeom>
                <a:avLst/>
                <a:gdLst/>
                <a:ahLst/>
                <a:cxnLst/>
                <a:rect l="l" t="t" r="r" b="b"/>
                <a:pathLst>
                  <a:path w="21" h="43" extrusionOk="0">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1387;p46">
                <a:extLst>
                  <a:ext uri="{FF2B5EF4-FFF2-40B4-BE49-F238E27FC236}">
                    <a16:creationId xmlns:a16="http://schemas.microsoft.com/office/drawing/2014/main" id="{1230DD66-C5CA-FF8D-F85B-5850E51BEAC8}"/>
                  </a:ext>
                </a:extLst>
              </p:cNvPr>
              <p:cNvSpPr/>
              <p:nvPr/>
            </p:nvSpPr>
            <p:spPr>
              <a:xfrm rot="-633483" flipH="1">
                <a:off x="5761344" y="1743130"/>
                <a:ext cx="18217" cy="37783"/>
              </a:xfrm>
              <a:custGeom>
                <a:avLst/>
                <a:gdLst/>
                <a:ahLst/>
                <a:cxnLst/>
                <a:rect l="l" t="t" r="r" b="b"/>
                <a:pathLst>
                  <a:path w="20" h="43" extrusionOk="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1388;p46">
                <a:extLst>
                  <a:ext uri="{FF2B5EF4-FFF2-40B4-BE49-F238E27FC236}">
                    <a16:creationId xmlns:a16="http://schemas.microsoft.com/office/drawing/2014/main" id="{AF10266D-BA97-6A4B-5EAF-EDD7764BC4F3}"/>
                  </a:ext>
                </a:extLst>
              </p:cNvPr>
              <p:cNvSpPr/>
              <p:nvPr/>
            </p:nvSpPr>
            <p:spPr>
              <a:xfrm rot="-633481" flipH="1">
                <a:off x="5716394" y="1692684"/>
                <a:ext cx="62073" cy="57349"/>
              </a:xfrm>
              <a:custGeom>
                <a:avLst/>
                <a:gdLst/>
                <a:ahLst/>
                <a:cxnLst/>
                <a:rect l="l" t="t" r="r" b="b"/>
                <a:pathLst>
                  <a:path w="70" h="65" extrusionOk="0">
                    <a:moveTo>
                      <a:pt x="0" y="51"/>
                    </a:moveTo>
                    <a:cubicBezTo>
                      <a:pt x="0" y="51"/>
                      <a:pt x="36" y="30"/>
                      <a:pt x="70" y="65"/>
                    </a:cubicBezTo>
                    <a:cubicBezTo>
                      <a:pt x="70" y="65"/>
                      <a:pt x="32" y="0"/>
                      <a:pt x="0" y="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1389;p46">
                <a:extLst>
                  <a:ext uri="{FF2B5EF4-FFF2-40B4-BE49-F238E27FC236}">
                    <a16:creationId xmlns:a16="http://schemas.microsoft.com/office/drawing/2014/main" id="{365E00BA-BB8E-F51D-1E88-B6D1AD21B79B}"/>
                  </a:ext>
                </a:extLst>
              </p:cNvPr>
              <p:cNvSpPr/>
              <p:nvPr/>
            </p:nvSpPr>
            <p:spPr>
              <a:xfrm rot="-633480" flipH="1">
                <a:off x="5819509" y="1698490"/>
                <a:ext cx="43181" cy="49253"/>
              </a:xfrm>
              <a:custGeom>
                <a:avLst/>
                <a:gdLst/>
                <a:ahLst/>
                <a:cxnLst/>
                <a:rect l="l" t="t" r="r" b="b"/>
                <a:pathLst>
                  <a:path w="49" h="56" extrusionOk="0">
                    <a:moveTo>
                      <a:pt x="49" y="30"/>
                    </a:moveTo>
                    <a:cubicBezTo>
                      <a:pt x="49" y="30"/>
                      <a:pt x="16" y="24"/>
                      <a:pt x="0" y="56"/>
                    </a:cubicBezTo>
                    <a:cubicBezTo>
                      <a:pt x="0" y="56"/>
                      <a:pt x="14" y="0"/>
                      <a:pt x="49"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1390;p46">
                <a:extLst>
                  <a:ext uri="{FF2B5EF4-FFF2-40B4-BE49-F238E27FC236}">
                    <a16:creationId xmlns:a16="http://schemas.microsoft.com/office/drawing/2014/main" id="{66147A07-7B61-BF3F-ECAA-8E733D870C55}"/>
                  </a:ext>
                </a:extLst>
              </p:cNvPr>
              <p:cNvSpPr/>
              <p:nvPr/>
            </p:nvSpPr>
            <p:spPr>
              <a:xfrm rot="-633491" flipH="1">
                <a:off x="5600603" y="1703363"/>
                <a:ext cx="85216" cy="148277"/>
              </a:xfrm>
              <a:custGeom>
                <a:avLst/>
                <a:gdLst/>
                <a:ahLst/>
                <a:cxnLst/>
                <a:rect l="l" t="t" r="r" b="b"/>
                <a:pathLst>
                  <a:path w="76" h="133" extrusionOk="0">
                    <a:moveTo>
                      <a:pt x="0" y="50"/>
                    </a:moveTo>
                    <a:cubicBezTo>
                      <a:pt x="0" y="50"/>
                      <a:pt x="7" y="8"/>
                      <a:pt x="32" y="4"/>
                    </a:cubicBezTo>
                    <a:cubicBezTo>
                      <a:pt x="58" y="0"/>
                      <a:pt x="76" y="133"/>
                      <a:pt x="6" y="92"/>
                    </a:cubicBezTo>
                    <a:lnTo>
                      <a:pt x="0" y="5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1391;p46">
                <a:extLst>
                  <a:ext uri="{FF2B5EF4-FFF2-40B4-BE49-F238E27FC236}">
                    <a16:creationId xmlns:a16="http://schemas.microsoft.com/office/drawing/2014/main" id="{EE7286F9-3A59-2A4B-8DD2-CEAF5AE24AFC}"/>
                  </a:ext>
                </a:extLst>
              </p:cNvPr>
              <p:cNvSpPr/>
              <p:nvPr/>
            </p:nvSpPr>
            <p:spPr>
              <a:xfrm rot="-633480" flipH="1">
                <a:off x="5591390" y="1546767"/>
                <a:ext cx="311041" cy="236819"/>
              </a:xfrm>
              <a:custGeom>
                <a:avLst/>
                <a:gdLst/>
                <a:ahLst/>
                <a:cxnLst/>
                <a:rect l="l" t="t" r="r" b="b"/>
                <a:pathLst>
                  <a:path w="352" h="268" extrusionOk="0">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1392;p46">
                <a:extLst>
                  <a:ext uri="{FF2B5EF4-FFF2-40B4-BE49-F238E27FC236}">
                    <a16:creationId xmlns:a16="http://schemas.microsoft.com/office/drawing/2014/main" id="{902FBCC4-143A-8394-90F2-3D2CF6A61686}"/>
                  </a:ext>
                </a:extLst>
              </p:cNvPr>
              <p:cNvSpPr/>
              <p:nvPr/>
            </p:nvSpPr>
            <p:spPr>
              <a:xfrm flipH="1">
                <a:off x="6014420" y="2256924"/>
                <a:ext cx="358774" cy="165973"/>
              </a:xfrm>
              <a:custGeom>
                <a:avLst/>
                <a:gdLst/>
                <a:ahLst/>
                <a:cxnLst/>
                <a:rect l="l" t="t" r="r" b="b"/>
                <a:pathLst>
                  <a:path w="350879" h="162321" extrusionOk="0">
                    <a:moveTo>
                      <a:pt x="350880" y="72485"/>
                    </a:moveTo>
                    <a:cubicBezTo>
                      <a:pt x="320971" y="49244"/>
                      <a:pt x="291634" y="25146"/>
                      <a:pt x="263154" y="0"/>
                    </a:cubicBezTo>
                    <a:lnTo>
                      <a:pt x="154188" y="57912"/>
                    </a:lnTo>
                    <a:lnTo>
                      <a:pt x="146283" y="61531"/>
                    </a:lnTo>
                    <a:cubicBezTo>
                      <a:pt x="145616" y="62103"/>
                      <a:pt x="144854" y="62674"/>
                      <a:pt x="144187" y="63246"/>
                    </a:cubicBezTo>
                    <a:lnTo>
                      <a:pt x="133519" y="68866"/>
                    </a:lnTo>
                    <a:cubicBezTo>
                      <a:pt x="132567" y="69247"/>
                      <a:pt x="131805" y="69818"/>
                      <a:pt x="131043" y="70485"/>
                    </a:cubicBezTo>
                    <a:cubicBezTo>
                      <a:pt x="118184" y="73628"/>
                      <a:pt x="49604" y="90869"/>
                      <a:pt x="39412" y="98298"/>
                    </a:cubicBezTo>
                    <a:cubicBezTo>
                      <a:pt x="22077" y="102203"/>
                      <a:pt x="1788" y="107251"/>
                      <a:pt x="74" y="111442"/>
                    </a:cubicBezTo>
                    <a:cubicBezTo>
                      <a:pt x="-2212" y="117157"/>
                      <a:pt x="49223" y="113824"/>
                      <a:pt x="62558" y="114300"/>
                    </a:cubicBezTo>
                    <a:lnTo>
                      <a:pt x="65034" y="115633"/>
                    </a:lnTo>
                    <a:cubicBezTo>
                      <a:pt x="60939" y="118777"/>
                      <a:pt x="37317" y="126873"/>
                      <a:pt x="37317" y="126873"/>
                    </a:cubicBezTo>
                    <a:cubicBezTo>
                      <a:pt x="36174" y="127349"/>
                      <a:pt x="3503" y="140779"/>
                      <a:pt x="8646" y="145066"/>
                    </a:cubicBezTo>
                    <a:cubicBezTo>
                      <a:pt x="13790" y="149447"/>
                      <a:pt x="87323" y="125063"/>
                      <a:pt x="71892" y="130302"/>
                    </a:cubicBezTo>
                    <a:cubicBezTo>
                      <a:pt x="70845" y="130683"/>
                      <a:pt x="9408" y="148209"/>
                      <a:pt x="15123" y="155829"/>
                    </a:cubicBezTo>
                    <a:cubicBezTo>
                      <a:pt x="18933" y="160877"/>
                      <a:pt x="73702" y="144113"/>
                      <a:pt x="76274" y="144685"/>
                    </a:cubicBezTo>
                    <a:cubicBezTo>
                      <a:pt x="78846" y="145256"/>
                      <a:pt x="29697" y="154972"/>
                      <a:pt x="34173" y="161449"/>
                    </a:cubicBezTo>
                    <a:cubicBezTo>
                      <a:pt x="36174" y="164211"/>
                      <a:pt x="60748" y="159734"/>
                      <a:pt x="68749" y="157448"/>
                    </a:cubicBezTo>
                    <a:cubicBezTo>
                      <a:pt x="75702" y="155448"/>
                      <a:pt x="98277" y="149542"/>
                      <a:pt x="133233" y="138113"/>
                    </a:cubicBezTo>
                    <a:cubicBezTo>
                      <a:pt x="172476" y="129254"/>
                      <a:pt x="266774" y="106013"/>
                      <a:pt x="350880" y="72485"/>
                    </a:cubicBez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1393;p46">
                <a:extLst>
                  <a:ext uri="{FF2B5EF4-FFF2-40B4-BE49-F238E27FC236}">
                    <a16:creationId xmlns:a16="http://schemas.microsoft.com/office/drawing/2014/main" id="{65CD6556-4548-C7D8-EB98-984EE1FF7799}"/>
                  </a:ext>
                </a:extLst>
              </p:cNvPr>
              <p:cNvSpPr/>
              <p:nvPr/>
            </p:nvSpPr>
            <p:spPr>
              <a:xfrm flipH="1">
                <a:off x="5807241" y="1918418"/>
                <a:ext cx="314098" cy="447837"/>
              </a:xfrm>
              <a:custGeom>
                <a:avLst/>
                <a:gdLst/>
                <a:ahLst/>
                <a:cxnLst/>
                <a:rect l="l" t="t" r="r" b="b"/>
                <a:pathLst>
                  <a:path w="307186" h="437982" extrusionOk="0">
                    <a:moveTo>
                      <a:pt x="206026" y="37552"/>
                    </a:moveTo>
                    <a:cubicBezTo>
                      <a:pt x="183070" y="84415"/>
                      <a:pt x="98965" y="280725"/>
                      <a:pt x="98965" y="280725"/>
                    </a:cubicBezTo>
                    <a:lnTo>
                      <a:pt x="0" y="336066"/>
                    </a:lnTo>
                    <a:lnTo>
                      <a:pt x="65532" y="437983"/>
                    </a:lnTo>
                    <a:cubicBezTo>
                      <a:pt x="65532" y="437983"/>
                      <a:pt x="158687" y="416171"/>
                      <a:pt x="205264" y="373880"/>
                    </a:cubicBezTo>
                    <a:cubicBezTo>
                      <a:pt x="250222" y="333208"/>
                      <a:pt x="307848" y="64984"/>
                      <a:pt x="307181" y="976"/>
                    </a:cubicBezTo>
                    <a:cubicBezTo>
                      <a:pt x="307181" y="976"/>
                      <a:pt x="228981" y="-9406"/>
                      <a:pt x="206026" y="3755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394;p46">
                <a:extLst>
                  <a:ext uri="{FF2B5EF4-FFF2-40B4-BE49-F238E27FC236}">
                    <a16:creationId xmlns:a16="http://schemas.microsoft.com/office/drawing/2014/main" id="{9E7419FB-9DD4-DEDC-CA30-991598FB6F2B}"/>
                  </a:ext>
                </a:extLst>
              </p:cNvPr>
              <p:cNvSpPr/>
              <p:nvPr/>
            </p:nvSpPr>
            <p:spPr>
              <a:xfrm flipH="1">
                <a:off x="5256844" y="2341951"/>
                <a:ext cx="706081" cy="1266029"/>
              </a:xfrm>
              <a:custGeom>
                <a:avLst/>
                <a:gdLst/>
                <a:ahLst/>
                <a:cxnLst/>
                <a:rect l="l" t="t" r="r" b="b"/>
                <a:pathLst>
                  <a:path w="690544" h="1529945" extrusionOk="0">
                    <a:moveTo>
                      <a:pt x="380506" y="10668"/>
                    </a:moveTo>
                    <a:cubicBezTo>
                      <a:pt x="423845" y="87344"/>
                      <a:pt x="446800" y="143542"/>
                      <a:pt x="471755" y="241078"/>
                    </a:cubicBezTo>
                    <a:cubicBezTo>
                      <a:pt x="500711" y="354139"/>
                      <a:pt x="676924" y="1310830"/>
                      <a:pt x="690545" y="1516475"/>
                    </a:cubicBezTo>
                    <a:cubicBezTo>
                      <a:pt x="654921" y="1525048"/>
                      <a:pt x="554909" y="1523810"/>
                      <a:pt x="532334" y="1522571"/>
                    </a:cubicBezTo>
                    <a:cubicBezTo>
                      <a:pt x="460706" y="1317307"/>
                      <a:pt x="303163" y="639128"/>
                      <a:pt x="272492" y="509778"/>
                    </a:cubicBezTo>
                    <a:cubicBezTo>
                      <a:pt x="267730" y="489871"/>
                      <a:pt x="237059" y="494252"/>
                      <a:pt x="239441" y="514540"/>
                    </a:cubicBezTo>
                    <a:cubicBezTo>
                      <a:pt x="256871" y="662273"/>
                      <a:pt x="168670" y="1295781"/>
                      <a:pt x="215438" y="1522952"/>
                    </a:cubicBezTo>
                    <a:cubicBezTo>
                      <a:pt x="196769" y="1532477"/>
                      <a:pt x="83802" y="1530382"/>
                      <a:pt x="62180" y="1527620"/>
                    </a:cubicBezTo>
                    <a:cubicBezTo>
                      <a:pt x="38749" y="1274254"/>
                      <a:pt x="-85933" y="315278"/>
                      <a:pt x="102185" y="4381"/>
                    </a:cubicBezTo>
                    <a:cubicBezTo>
                      <a:pt x="188291" y="-7430"/>
                      <a:pt x="293257" y="8096"/>
                      <a:pt x="380506" y="1066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395;p46">
                <a:extLst>
                  <a:ext uri="{FF2B5EF4-FFF2-40B4-BE49-F238E27FC236}">
                    <a16:creationId xmlns:a16="http://schemas.microsoft.com/office/drawing/2014/main" id="{A0AC1483-A0F3-57A5-5869-03A7B62E3A58}"/>
                  </a:ext>
                </a:extLst>
              </p:cNvPr>
              <p:cNvSpPr/>
              <p:nvPr/>
            </p:nvSpPr>
            <p:spPr>
              <a:xfrm flipH="1">
                <a:off x="5468122" y="1896751"/>
                <a:ext cx="437178" cy="613196"/>
              </a:xfrm>
              <a:custGeom>
                <a:avLst/>
                <a:gdLst/>
                <a:ahLst/>
                <a:cxnLst/>
                <a:rect l="l" t="t" r="r" b="b"/>
                <a:pathLst>
                  <a:path w="427558" h="457609" extrusionOk="0">
                    <a:moveTo>
                      <a:pt x="83135" y="23717"/>
                    </a:moveTo>
                    <a:cubicBezTo>
                      <a:pt x="85611" y="29813"/>
                      <a:pt x="-2971" y="218599"/>
                      <a:pt x="77" y="278130"/>
                    </a:cubicBezTo>
                    <a:cubicBezTo>
                      <a:pt x="3125" y="338137"/>
                      <a:pt x="44082" y="439102"/>
                      <a:pt x="40844" y="448056"/>
                    </a:cubicBezTo>
                    <a:cubicBezTo>
                      <a:pt x="40844" y="448056"/>
                      <a:pt x="170765" y="476250"/>
                      <a:pt x="427559" y="435769"/>
                    </a:cubicBezTo>
                    <a:cubicBezTo>
                      <a:pt x="411176" y="289465"/>
                      <a:pt x="353740" y="140494"/>
                      <a:pt x="327261" y="66199"/>
                    </a:cubicBezTo>
                    <a:cubicBezTo>
                      <a:pt x="327261" y="66199"/>
                      <a:pt x="245250" y="1619"/>
                      <a:pt x="223533" y="0"/>
                    </a:cubicBezTo>
                    <a:cubicBezTo>
                      <a:pt x="223438" y="0"/>
                      <a:pt x="184386" y="53816"/>
                      <a:pt x="83135" y="237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 name="Google Shape;1396;p46">
                <a:extLst>
                  <a:ext uri="{FF2B5EF4-FFF2-40B4-BE49-F238E27FC236}">
                    <a16:creationId xmlns:a16="http://schemas.microsoft.com/office/drawing/2014/main" id="{95069C7F-EC60-7804-67A5-33ED6B8AB8BD}"/>
                  </a:ext>
                </a:extLst>
              </p:cNvPr>
              <p:cNvSpPr/>
              <p:nvPr/>
            </p:nvSpPr>
            <p:spPr>
              <a:xfrm flipH="1">
                <a:off x="5880077" y="2029496"/>
                <a:ext cx="379532" cy="276607"/>
              </a:xfrm>
              <a:custGeom>
                <a:avLst/>
                <a:gdLst/>
                <a:ahLst/>
                <a:cxnLst/>
                <a:rect l="l" t="t" r="r" b="b"/>
                <a:pathLst>
                  <a:path w="371180" h="270520" extrusionOk="0">
                    <a:moveTo>
                      <a:pt x="371180" y="270521"/>
                    </a:moveTo>
                    <a:lnTo>
                      <a:pt x="310030" y="68877"/>
                    </a:lnTo>
                    <a:cubicBezTo>
                      <a:pt x="304981" y="52208"/>
                      <a:pt x="291265" y="39730"/>
                      <a:pt x="274216" y="36111"/>
                    </a:cubicBezTo>
                    <a:lnTo>
                      <a:pt x="26470" y="487"/>
                    </a:lnTo>
                    <a:cubicBezTo>
                      <a:pt x="10183" y="-2942"/>
                      <a:pt x="-3819" y="12298"/>
                      <a:pt x="943" y="28300"/>
                    </a:cubicBezTo>
                    <a:lnTo>
                      <a:pt x="52664" y="201750"/>
                    </a:lnTo>
                    <a:cubicBezTo>
                      <a:pt x="54950" y="209371"/>
                      <a:pt x="61046" y="215086"/>
                      <a:pt x="68761" y="216895"/>
                    </a:cubicBezTo>
                    <a:lnTo>
                      <a:pt x="371180" y="2705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 name="Google Shape;1397;p46">
                <a:extLst>
                  <a:ext uri="{FF2B5EF4-FFF2-40B4-BE49-F238E27FC236}">
                    <a16:creationId xmlns:a16="http://schemas.microsoft.com/office/drawing/2014/main" id="{A2FE58E1-F10C-8D2A-4753-681C9AA9F1CE}"/>
                  </a:ext>
                </a:extLst>
              </p:cNvPr>
              <p:cNvSpPr/>
              <p:nvPr/>
            </p:nvSpPr>
            <p:spPr>
              <a:xfrm flipH="1">
                <a:off x="5793761" y="2148459"/>
                <a:ext cx="242121" cy="229775"/>
              </a:xfrm>
              <a:custGeom>
                <a:avLst/>
                <a:gdLst/>
                <a:ahLst/>
                <a:cxnLst/>
                <a:rect l="l" t="t" r="r" b="b"/>
                <a:pathLst>
                  <a:path w="236793" h="224719" extrusionOk="0">
                    <a:moveTo>
                      <a:pt x="204980" y="224720"/>
                    </a:moveTo>
                    <a:cubicBezTo>
                      <a:pt x="99158" y="152235"/>
                      <a:pt x="39626" y="95371"/>
                      <a:pt x="28292" y="85369"/>
                    </a:cubicBezTo>
                    <a:cubicBezTo>
                      <a:pt x="21815" y="79654"/>
                      <a:pt x="4098" y="60319"/>
                      <a:pt x="5527" y="57080"/>
                    </a:cubicBezTo>
                    <a:cubicBezTo>
                      <a:pt x="8861" y="49650"/>
                      <a:pt x="44865" y="87750"/>
                      <a:pt x="44008" y="85179"/>
                    </a:cubicBezTo>
                    <a:cubicBezTo>
                      <a:pt x="43055" y="82702"/>
                      <a:pt x="-2379" y="43269"/>
                      <a:pt x="98" y="37268"/>
                    </a:cubicBezTo>
                    <a:cubicBezTo>
                      <a:pt x="3908" y="28124"/>
                      <a:pt x="53819" y="72891"/>
                      <a:pt x="54676" y="73654"/>
                    </a:cubicBezTo>
                    <a:cubicBezTo>
                      <a:pt x="67916" y="84512"/>
                      <a:pt x="5241" y="32696"/>
                      <a:pt x="6289" y="25743"/>
                    </a:cubicBezTo>
                    <a:cubicBezTo>
                      <a:pt x="7337" y="18885"/>
                      <a:pt x="37626" y="40506"/>
                      <a:pt x="38674" y="41269"/>
                    </a:cubicBezTo>
                    <a:cubicBezTo>
                      <a:pt x="38674" y="41269"/>
                      <a:pt x="63439" y="61366"/>
                      <a:pt x="65344" y="59842"/>
                    </a:cubicBezTo>
                    <a:cubicBezTo>
                      <a:pt x="67154" y="58318"/>
                      <a:pt x="24672" y="1168"/>
                      <a:pt x="32102" y="25"/>
                    </a:cubicBezTo>
                    <a:cubicBezTo>
                      <a:pt x="39531" y="-1118"/>
                      <a:pt x="74393" y="36982"/>
                      <a:pt x="82965" y="45079"/>
                    </a:cubicBezTo>
                    <a:cubicBezTo>
                      <a:pt x="91538" y="53175"/>
                      <a:pt x="106587" y="61080"/>
                      <a:pt x="111445" y="60319"/>
                    </a:cubicBezTo>
                    <a:cubicBezTo>
                      <a:pt x="115541" y="59652"/>
                      <a:pt x="118970" y="41745"/>
                      <a:pt x="114874" y="32601"/>
                    </a:cubicBezTo>
                    <a:cubicBezTo>
                      <a:pt x="114874" y="32601"/>
                      <a:pt x="135829" y="54604"/>
                      <a:pt x="142211" y="73082"/>
                    </a:cubicBezTo>
                    <a:cubicBezTo>
                      <a:pt x="145544" y="82797"/>
                      <a:pt x="147640" y="95180"/>
                      <a:pt x="147640" y="95180"/>
                    </a:cubicBezTo>
                    <a:lnTo>
                      <a:pt x="236794" y="154045"/>
                    </a:lnTo>
                    <a:lnTo>
                      <a:pt x="204980" y="224720"/>
                    </a:ln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 name="Google Shape;1398;p46">
                <a:extLst>
                  <a:ext uri="{FF2B5EF4-FFF2-40B4-BE49-F238E27FC236}">
                    <a16:creationId xmlns:a16="http://schemas.microsoft.com/office/drawing/2014/main" id="{D59ECB02-007A-AFF9-D7ED-2A96F543D88A}"/>
                  </a:ext>
                </a:extLst>
              </p:cNvPr>
              <p:cNvSpPr/>
              <p:nvPr/>
            </p:nvSpPr>
            <p:spPr>
              <a:xfrm flipH="1">
                <a:off x="5512087" y="1963933"/>
                <a:ext cx="419411" cy="509509"/>
              </a:xfrm>
              <a:custGeom>
                <a:avLst/>
                <a:gdLst/>
                <a:ahLst/>
                <a:cxnLst/>
                <a:rect l="l" t="t" r="r" b="b"/>
                <a:pathLst>
                  <a:path w="410182" h="498297" extrusionOk="0">
                    <a:moveTo>
                      <a:pt x="283369" y="73313"/>
                    </a:moveTo>
                    <a:cubicBezTo>
                      <a:pt x="283369" y="73313"/>
                      <a:pt x="306419" y="-21556"/>
                      <a:pt x="348996" y="4543"/>
                    </a:cubicBezTo>
                    <a:cubicBezTo>
                      <a:pt x="421100" y="48644"/>
                      <a:pt x="449866" y="263051"/>
                      <a:pt x="319564" y="482984"/>
                    </a:cubicBezTo>
                    <a:cubicBezTo>
                      <a:pt x="277273" y="554326"/>
                      <a:pt x="0" y="353253"/>
                      <a:pt x="0" y="353253"/>
                    </a:cubicBezTo>
                    <a:lnTo>
                      <a:pt x="65627" y="250288"/>
                    </a:lnTo>
                    <a:lnTo>
                      <a:pt x="215360" y="343252"/>
                    </a:lnTo>
                    <a:lnTo>
                      <a:pt x="283369" y="7331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9" name="Google Shape;1399;p46">
              <a:extLst>
                <a:ext uri="{FF2B5EF4-FFF2-40B4-BE49-F238E27FC236}">
                  <a16:creationId xmlns:a16="http://schemas.microsoft.com/office/drawing/2014/main" id="{C1505CAE-009B-6459-72B8-7DE5D50C283F}"/>
                </a:ext>
              </a:extLst>
            </p:cNvPr>
            <p:cNvGrpSpPr/>
            <p:nvPr/>
          </p:nvGrpSpPr>
          <p:grpSpPr>
            <a:xfrm>
              <a:off x="4977785" y="1035662"/>
              <a:ext cx="676370" cy="1142272"/>
              <a:chOff x="2757910" y="1240337"/>
              <a:chExt cx="676370" cy="1142272"/>
            </a:xfrm>
          </p:grpSpPr>
          <p:sp>
            <p:nvSpPr>
              <p:cNvPr id="70" name="Google Shape;1400;p46">
                <a:extLst>
                  <a:ext uri="{FF2B5EF4-FFF2-40B4-BE49-F238E27FC236}">
                    <a16:creationId xmlns:a16="http://schemas.microsoft.com/office/drawing/2014/main" id="{C9DD5B6C-E31C-975A-EE75-AE1F25821160}"/>
                  </a:ext>
                </a:extLst>
              </p:cNvPr>
              <p:cNvSpPr/>
              <p:nvPr/>
            </p:nvSpPr>
            <p:spPr>
              <a:xfrm>
                <a:off x="2757910" y="1240337"/>
                <a:ext cx="676370" cy="870576"/>
              </a:xfrm>
              <a:custGeom>
                <a:avLst/>
                <a:gdLst/>
                <a:ahLst/>
                <a:cxnLst/>
                <a:rect l="l" t="t" r="r" b="b"/>
                <a:pathLst>
                  <a:path w="774" h="996" extrusionOk="0">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1401;p46">
                <a:extLst>
                  <a:ext uri="{FF2B5EF4-FFF2-40B4-BE49-F238E27FC236}">
                    <a16:creationId xmlns:a16="http://schemas.microsoft.com/office/drawing/2014/main" id="{FA58DC47-EFD6-ADE0-E6AF-DB649C290B54}"/>
                  </a:ext>
                </a:extLst>
              </p:cNvPr>
              <p:cNvSpPr/>
              <p:nvPr/>
            </p:nvSpPr>
            <p:spPr>
              <a:xfrm>
                <a:off x="2940636" y="2078385"/>
                <a:ext cx="320487" cy="227689"/>
              </a:xfrm>
              <a:custGeom>
                <a:avLst/>
                <a:gdLst/>
                <a:ahLst/>
                <a:cxnLst/>
                <a:rect l="l" t="t" r="r" b="b"/>
                <a:pathLst>
                  <a:path w="335" h="238" extrusionOk="0">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1402;p46">
                <a:extLst>
                  <a:ext uri="{FF2B5EF4-FFF2-40B4-BE49-F238E27FC236}">
                    <a16:creationId xmlns:a16="http://schemas.microsoft.com/office/drawing/2014/main" id="{4FA13E46-E216-EA20-FDB5-012562B244B7}"/>
                  </a:ext>
                </a:extLst>
              </p:cNvPr>
              <p:cNvSpPr/>
              <p:nvPr/>
            </p:nvSpPr>
            <p:spPr>
              <a:xfrm>
                <a:off x="2924372" y="1697628"/>
                <a:ext cx="322400" cy="369276"/>
              </a:xfrm>
              <a:custGeom>
                <a:avLst/>
                <a:gdLst/>
                <a:ahLst/>
                <a:cxnLst/>
                <a:rect l="l" t="t" r="r" b="b"/>
                <a:pathLst>
                  <a:path w="369" h="422" extrusionOk="0">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1403;p46">
                <a:extLst>
                  <a:ext uri="{FF2B5EF4-FFF2-40B4-BE49-F238E27FC236}">
                    <a16:creationId xmlns:a16="http://schemas.microsoft.com/office/drawing/2014/main" id="{CD471534-2438-0A88-4199-F26C8451C2E6}"/>
                  </a:ext>
                </a:extLst>
              </p:cNvPr>
              <p:cNvSpPr/>
              <p:nvPr/>
            </p:nvSpPr>
            <p:spPr>
              <a:xfrm>
                <a:off x="2942549" y="1733025"/>
                <a:ext cx="304223" cy="323357"/>
              </a:xfrm>
              <a:custGeom>
                <a:avLst/>
                <a:gdLst/>
                <a:ahLst/>
                <a:cxnLst/>
                <a:rect l="l" t="t" r="r" b="b"/>
                <a:pathLst>
                  <a:path w="348" h="369" extrusionOk="0">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1404;p46">
                <a:extLst>
                  <a:ext uri="{FF2B5EF4-FFF2-40B4-BE49-F238E27FC236}">
                    <a16:creationId xmlns:a16="http://schemas.microsoft.com/office/drawing/2014/main" id="{AB34FA97-8CD0-EF76-43F3-52CDD08C58F8}"/>
                  </a:ext>
                </a:extLst>
              </p:cNvPr>
              <p:cNvSpPr/>
              <p:nvPr/>
            </p:nvSpPr>
            <p:spPr>
              <a:xfrm>
                <a:off x="2904282" y="2056382"/>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1405;p46">
                <a:extLst>
                  <a:ext uri="{FF2B5EF4-FFF2-40B4-BE49-F238E27FC236}">
                    <a16:creationId xmlns:a16="http://schemas.microsoft.com/office/drawing/2014/main" id="{F68974BD-B621-5095-0E9E-C1E0E4BD91AF}"/>
                  </a:ext>
                </a:extLst>
              </p:cNvPr>
              <p:cNvSpPr/>
              <p:nvPr/>
            </p:nvSpPr>
            <p:spPr>
              <a:xfrm>
                <a:off x="2904282" y="2118566"/>
                <a:ext cx="393194" cy="41137"/>
              </a:xfrm>
              <a:custGeom>
                <a:avLst/>
                <a:gdLst/>
                <a:ahLst/>
                <a:cxnLst/>
                <a:rect l="l" t="t" r="r" b="b"/>
                <a:pathLst>
                  <a:path w="450" h="47" extrusionOk="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1406;p46">
                <a:extLst>
                  <a:ext uri="{FF2B5EF4-FFF2-40B4-BE49-F238E27FC236}">
                    <a16:creationId xmlns:a16="http://schemas.microsoft.com/office/drawing/2014/main" id="{3C8523C0-66C2-0D28-692C-B9040BBF90D9}"/>
                  </a:ext>
                </a:extLst>
              </p:cNvPr>
              <p:cNvSpPr/>
              <p:nvPr/>
            </p:nvSpPr>
            <p:spPr>
              <a:xfrm>
                <a:off x="2904282" y="2181706"/>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1407;p46">
                <a:extLst>
                  <a:ext uri="{FF2B5EF4-FFF2-40B4-BE49-F238E27FC236}">
                    <a16:creationId xmlns:a16="http://schemas.microsoft.com/office/drawing/2014/main" id="{B74DC2CB-5DFF-CD3D-8E58-0C2E3AFD3175}"/>
                  </a:ext>
                </a:extLst>
              </p:cNvPr>
              <p:cNvSpPr/>
              <p:nvPr/>
            </p:nvSpPr>
            <p:spPr>
              <a:xfrm>
                <a:off x="3026737" y="2306074"/>
                <a:ext cx="148285" cy="76534"/>
              </a:xfrm>
              <a:custGeom>
                <a:avLst/>
                <a:gdLst/>
                <a:ahLst/>
                <a:cxnLst/>
                <a:rect l="l" t="t" r="r" b="b"/>
                <a:pathLst>
                  <a:path w="170" h="87" extrusionOk="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 name="Google Shape;1408;p46">
              <a:extLst>
                <a:ext uri="{FF2B5EF4-FFF2-40B4-BE49-F238E27FC236}">
                  <a16:creationId xmlns:a16="http://schemas.microsoft.com/office/drawing/2014/main" id="{EB0CBDCC-0142-FDBA-98B8-A4199FC36DF4}"/>
                </a:ext>
              </a:extLst>
            </p:cNvPr>
            <p:cNvGrpSpPr/>
            <p:nvPr/>
          </p:nvGrpSpPr>
          <p:grpSpPr>
            <a:xfrm>
              <a:off x="5954721" y="2930236"/>
              <a:ext cx="821542" cy="769820"/>
              <a:chOff x="1932280" y="1331475"/>
              <a:chExt cx="637200" cy="597084"/>
            </a:xfrm>
          </p:grpSpPr>
          <p:sp>
            <p:nvSpPr>
              <p:cNvPr id="58" name="Google Shape;1409;p46">
                <a:extLst>
                  <a:ext uri="{FF2B5EF4-FFF2-40B4-BE49-F238E27FC236}">
                    <a16:creationId xmlns:a16="http://schemas.microsoft.com/office/drawing/2014/main" id="{677C6595-B9ED-988D-6E1A-2E6578FDCDF6}"/>
                  </a:ext>
                </a:extLst>
              </p:cNvPr>
              <p:cNvSpPr/>
              <p:nvPr/>
            </p:nvSpPr>
            <p:spPr>
              <a:xfrm>
                <a:off x="1932280" y="1393658"/>
                <a:ext cx="637200" cy="53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1410;p46">
                <a:extLst>
                  <a:ext uri="{FF2B5EF4-FFF2-40B4-BE49-F238E27FC236}">
                    <a16:creationId xmlns:a16="http://schemas.microsoft.com/office/drawing/2014/main" id="{0493854F-BAAA-7C6A-6135-AB01B0594776}"/>
                  </a:ext>
                </a:extLst>
              </p:cNvPr>
              <p:cNvSpPr/>
              <p:nvPr/>
            </p:nvSpPr>
            <p:spPr>
              <a:xfrm>
                <a:off x="2033687" y="1869127"/>
                <a:ext cx="993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1411;p46">
                <a:extLst>
                  <a:ext uri="{FF2B5EF4-FFF2-40B4-BE49-F238E27FC236}">
                    <a16:creationId xmlns:a16="http://schemas.microsoft.com/office/drawing/2014/main" id="{17B25362-4772-6EC9-86BA-C6BA9278D63E}"/>
                  </a:ext>
                </a:extLst>
              </p:cNvPr>
              <p:cNvSpPr/>
              <p:nvPr/>
            </p:nvSpPr>
            <p:spPr>
              <a:xfrm>
                <a:off x="1977243" y="1857647"/>
                <a:ext cx="38400" cy="39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1412;p46">
                <a:extLst>
                  <a:ext uri="{FF2B5EF4-FFF2-40B4-BE49-F238E27FC236}">
                    <a16:creationId xmlns:a16="http://schemas.microsoft.com/office/drawing/2014/main" id="{2E3B46F7-0591-C9D1-9814-4C65699B39FC}"/>
                  </a:ext>
                </a:extLst>
              </p:cNvPr>
              <p:cNvSpPr/>
              <p:nvPr/>
            </p:nvSpPr>
            <p:spPr>
              <a:xfrm>
                <a:off x="2432621" y="1869127"/>
                <a:ext cx="1005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1413;p46">
                <a:extLst>
                  <a:ext uri="{FF2B5EF4-FFF2-40B4-BE49-F238E27FC236}">
                    <a16:creationId xmlns:a16="http://schemas.microsoft.com/office/drawing/2014/main" id="{EE85C656-97F5-E767-7901-99E8EFED8864}"/>
                  </a:ext>
                </a:extLst>
              </p:cNvPr>
              <p:cNvSpPr/>
              <p:nvPr/>
            </p:nvSpPr>
            <p:spPr>
              <a:xfrm>
                <a:off x="2377133" y="1857647"/>
                <a:ext cx="39300" cy="393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1414;p46">
                <a:extLst>
                  <a:ext uri="{FF2B5EF4-FFF2-40B4-BE49-F238E27FC236}">
                    <a16:creationId xmlns:a16="http://schemas.microsoft.com/office/drawing/2014/main" id="{F88D54D1-5C46-8421-058F-2BC2AEF3DA66}"/>
                  </a:ext>
                </a:extLst>
              </p:cNvPr>
              <p:cNvSpPr/>
              <p:nvPr/>
            </p:nvSpPr>
            <p:spPr>
              <a:xfrm>
                <a:off x="1932280" y="1331475"/>
                <a:ext cx="637146" cy="62184"/>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1415;p46">
                <a:extLst>
                  <a:ext uri="{FF2B5EF4-FFF2-40B4-BE49-F238E27FC236}">
                    <a16:creationId xmlns:a16="http://schemas.microsoft.com/office/drawing/2014/main" id="{9A6C4D48-4DD6-135D-A5D1-3CA5E4CC5BE8}"/>
                  </a:ext>
                </a:extLst>
              </p:cNvPr>
              <p:cNvSpPr/>
              <p:nvPr/>
            </p:nvSpPr>
            <p:spPr>
              <a:xfrm>
                <a:off x="1959067"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1416;p46">
                <a:extLst>
                  <a:ext uri="{FF2B5EF4-FFF2-40B4-BE49-F238E27FC236}">
                    <a16:creationId xmlns:a16="http://schemas.microsoft.com/office/drawing/2014/main" id="{8D9D88BF-C88E-B72C-FC05-8CA611B309E3}"/>
                  </a:ext>
                </a:extLst>
              </p:cNvPr>
              <p:cNvSpPr/>
              <p:nvPr/>
            </p:nvSpPr>
            <p:spPr>
              <a:xfrm>
                <a:off x="2003074"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1417;p46">
                <a:extLst>
                  <a:ext uri="{FF2B5EF4-FFF2-40B4-BE49-F238E27FC236}">
                    <a16:creationId xmlns:a16="http://schemas.microsoft.com/office/drawing/2014/main" id="{6E00B2D3-DFE1-10F8-DAAD-98830CB17209}"/>
                  </a:ext>
                </a:extLst>
              </p:cNvPr>
              <p:cNvSpPr/>
              <p:nvPr/>
            </p:nvSpPr>
            <p:spPr>
              <a:xfrm>
                <a:off x="2047081" y="1348695"/>
                <a:ext cx="297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1418;p46">
                <a:extLst>
                  <a:ext uri="{FF2B5EF4-FFF2-40B4-BE49-F238E27FC236}">
                    <a16:creationId xmlns:a16="http://schemas.microsoft.com/office/drawing/2014/main" id="{3536D714-8DC8-A733-9AFA-FD9384E578C6}"/>
                  </a:ext>
                </a:extLst>
              </p:cNvPr>
              <p:cNvSpPr/>
              <p:nvPr/>
            </p:nvSpPr>
            <p:spPr>
              <a:xfrm>
                <a:off x="2045167" y="1431925"/>
                <a:ext cx="411300" cy="4113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1419;p46">
                <a:extLst>
                  <a:ext uri="{FF2B5EF4-FFF2-40B4-BE49-F238E27FC236}">
                    <a16:creationId xmlns:a16="http://schemas.microsoft.com/office/drawing/2014/main" id="{270FE80F-0C7B-211E-C73D-0CCB8B0D17DA}"/>
                  </a:ext>
                </a:extLst>
              </p:cNvPr>
              <p:cNvSpPr/>
              <p:nvPr/>
            </p:nvSpPr>
            <p:spPr>
              <a:xfrm>
                <a:off x="2115004" y="1502719"/>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1420;p46">
                <a:extLst>
                  <a:ext uri="{FF2B5EF4-FFF2-40B4-BE49-F238E27FC236}">
                    <a16:creationId xmlns:a16="http://schemas.microsoft.com/office/drawing/2014/main" id="{49EB3FC6-D6EE-D8C4-0994-436295ED888B}"/>
                  </a:ext>
                </a:extLst>
              </p:cNvPr>
              <p:cNvSpPr/>
              <p:nvPr/>
            </p:nvSpPr>
            <p:spPr>
              <a:xfrm>
                <a:off x="2093958" y="1495066"/>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1" name="Google Shape;1421;p46">
              <a:extLst>
                <a:ext uri="{FF2B5EF4-FFF2-40B4-BE49-F238E27FC236}">
                  <a16:creationId xmlns:a16="http://schemas.microsoft.com/office/drawing/2014/main" id="{DCCA0B40-3BF0-AC8A-88F2-5CF184A20BB3}"/>
                </a:ext>
              </a:extLst>
            </p:cNvPr>
            <p:cNvSpPr/>
            <p:nvPr/>
          </p:nvSpPr>
          <p:spPr>
            <a:xfrm>
              <a:off x="6979977" y="3349174"/>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1422;p46">
              <a:extLst>
                <a:ext uri="{FF2B5EF4-FFF2-40B4-BE49-F238E27FC236}">
                  <a16:creationId xmlns:a16="http://schemas.microsoft.com/office/drawing/2014/main" id="{37EA8971-6880-0536-4693-9A52302679A0}"/>
                </a:ext>
              </a:extLst>
            </p:cNvPr>
            <p:cNvSpPr/>
            <p:nvPr/>
          </p:nvSpPr>
          <p:spPr>
            <a:xfrm>
              <a:off x="6594533" y="924631"/>
              <a:ext cx="301600" cy="49757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1423;p46">
              <a:extLst>
                <a:ext uri="{FF2B5EF4-FFF2-40B4-BE49-F238E27FC236}">
                  <a16:creationId xmlns:a16="http://schemas.microsoft.com/office/drawing/2014/main" id="{B07AF77D-A09B-F6B5-05ED-3136DB80999F}"/>
                </a:ext>
              </a:extLst>
            </p:cNvPr>
            <p:cNvSpPr/>
            <p:nvPr/>
          </p:nvSpPr>
          <p:spPr>
            <a:xfrm>
              <a:off x="5875411" y="1319404"/>
              <a:ext cx="200575" cy="197948"/>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1424;p46">
              <a:extLst>
                <a:ext uri="{FF2B5EF4-FFF2-40B4-BE49-F238E27FC236}">
                  <a16:creationId xmlns:a16="http://schemas.microsoft.com/office/drawing/2014/main" id="{9D38D935-D369-789D-02D6-B18C4A557D8A}"/>
                </a:ext>
              </a:extLst>
            </p:cNvPr>
            <p:cNvSpPr/>
            <p:nvPr/>
          </p:nvSpPr>
          <p:spPr>
            <a:xfrm>
              <a:off x="5619684" y="3111425"/>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 name="Google Shape;1425;p46">
              <a:extLst>
                <a:ext uri="{FF2B5EF4-FFF2-40B4-BE49-F238E27FC236}">
                  <a16:creationId xmlns:a16="http://schemas.microsoft.com/office/drawing/2014/main" id="{64E62A3C-35F0-B9C8-C7A4-5CCBA6823207}"/>
                </a:ext>
              </a:extLst>
            </p:cNvPr>
            <p:cNvGrpSpPr/>
            <p:nvPr/>
          </p:nvGrpSpPr>
          <p:grpSpPr>
            <a:xfrm>
              <a:off x="7530569" y="1422202"/>
              <a:ext cx="415198" cy="415198"/>
              <a:chOff x="1404969" y="1106377"/>
              <a:chExt cx="415198" cy="415198"/>
            </a:xfrm>
          </p:grpSpPr>
          <p:sp>
            <p:nvSpPr>
              <p:cNvPr id="56" name="Google Shape;1426;p46">
                <a:extLst>
                  <a:ext uri="{FF2B5EF4-FFF2-40B4-BE49-F238E27FC236}">
                    <a16:creationId xmlns:a16="http://schemas.microsoft.com/office/drawing/2014/main" id="{1157564C-AFC8-7FCA-DCC6-350EAE669C03}"/>
                  </a:ext>
                </a:extLst>
              </p:cNvPr>
              <p:cNvSpPr/>
              <p:nvPr/>
            </p:nvSpPr>
            <p:spPr>
              <a:xfrm>
                <a:off x="1404969" y="1106377"/>
                <a:ext cx="415198" cy="415198"/>
              </a:xfrm>
              <a:custGeom>
                <a:avLst/>
                <a:gdLst/>
                <a:ahLst/>
                <a:cxnLst/>
                <a:rect l="l" t="t" r="r" b="b"/>
                <a:pathLst>
                  <a:path w="474" h="474" extrusionOk="0">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1427;p46">
                <a:extLst>
                  <a:ext uri="{FF2B5EF4-FFF2-40B4-BE49-F238E27FC236}">
                    <a16:creationId xmlns:a16="http://schemas.microsoft.com/office/drawing/2014/main" id="{F49C14D7-A619-86F2-6435-3276003D3F1C}"/>
                  </a:ext>
                </a:extLst>
              </p:cNvPr>
              <p:cNvSpPr/>
              <p:nvPr/>
            </p:nvSpPr>
            <p:spPr>
              <a:xfrm>
                <a:off x="1460456" y="1163778"/>
                <a:ext cx="304223" cy="299440"/>
              </a:xfrm>
              <a:custGeom>
                <a:avLst/>
                <a:gdLst/>
                <a:ahLst/>
                <a:cxnLst/>
                <a:rect l="l" t="t" r="r" b="b"/>
                <a:pathLst>
                  <a:path w="348" h="343" extrusionOk="0">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3035945492"/>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grpSp>
        <p:nvGrpSpPr>
          <p:cNvPr id="1063" name="Group 1062">
            <a:extLst>
              <a:ext uri="{FF2B5EF4-FFF2-40B4-BE49-F238E27FC236}">
                <a16:creationId xmlns:a16="http://schemas.microsoft.com/office/drawing/2014/main" id="{17681F4F-E38A-176D-C71A-9BF3E9F6B4F8}"/>
              </a:ext>
            </a:extLst>
          </p:cNvPr>
          <p:cNvGrpSpPr/>
          <p:nvPr/>
        </p:nvGrpSpPr>
        <p:grpSpPr>
          <a:xfrm>
            <a:off x="514615" y="1127031"/>
            <a:ext cx="8213656" cy="3484212"/>
            <a:chOff x="22591" y="1472719"/>
            <a:chExt cx="12710447" cy="5046453"/>
          </a:xfrm>
        </p:grpSpPr>
        <p:sp>
          <p:nvSpPr>
            <p:cNvPr id="1064" name="Rectangle: Rounded Corners 1063">
              <a:extLst>
                <a:ext uri="{FF2B5EF4-FFF2-40B4-BE49-F238E27FC236}">
                  <a16:creationId xmlns:a16="http://schemas.microsoft.com/office/drawing/2014/main" id="{5EF4BD67-2B26-1A4B-94F9-923C6403ED9D}"/>
                </a:ext>
              </a:extLst>
            </p:cNvPr>
            <p:cNvSpPr/>
            <p:nvPr/>
          </p:nvSpPr>
          <p:spPr>
            <a:xfrm>
              <a:off x="6565663" y="4937444"/>
              <a:ext cx="3746042" cy="1200728"/>
            </a:xfrm>
            <a:prstGeom prst="roundRect">
              <a:avLst/>
            </a:prstGeom>
            <a:gradFill flip="none" rotWithShape="1">
              <a:gsLst>
                <a:gs pos="42000">
                  <a:srgbClr val="FFCC66"/>
                </a:gs>
                <a:gs pos="100000">
                  <a:srgbClr val="BDC18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Rounded Corners 1064">
              <a:extLst>
                <a:ext uri="{FF2B5EF4-FFF2-40B4-BE49-F238E27FC236}">
                  <a16:creationId xmlns:a16="http://schemas.microsoft.com/office/drawing/2014/main" id="{AF98A099-A3BB-BAD4-8C02-80F9D3AE1C0B}"/>
                </a:ext>
              </a:extLst>
            </p:cNvPr>
            <p:cNvSpPr/>
            <p:nvPr/>
          </p:nvSpPr>
          <p:spPr>
            <a:xfrm>
              <a:off x="2200481" y="4937444"/>
              <a:ext cx="3676073" cy="1200728"/>
            </a:xfrm>
            <a:prstGeom prst="roundRect">
              <a:avLst/>
            </a:prstGeom>
            <a:gradFill flip="none" rotWithShape="1">
              <a:gsLst>
                <a:gs pos="42000">
                  <a:srgbClr val="BCB800"/>
                </a:gs>
                <a:gs pos="93000">
                  <a:srgbClr val="808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Rounded Corners 1065">
              <a:extLst>
                <a:ext uri="{FF2B5EF4-FFF2-40B4-BE49-F238E27FC236}">
                  <a16:creationId xmlns:a16="http://schemas.microsoft.com/office/drawing/2014/main" id="{1A4D1FBD-FC48-7E1E-EB35-0F2F47AFE935}"/>
                </a:ext>
              </a:extLst>
            </p:cNvPr>
            <p:cNvSpPr/>
            <p:nvPr/>
          </p:nvSpPr>
          <p:spPr>
            <a:xfrm>
              <a:off x="6555035" y="3392053"/>
              <a:ext cx="3746042" cy="1200728"/>
            </a:xfrm>
            <a:prstGeom prst="roundRect">
              <a:avLst/>
            </a:prstGeom>
            <a:gradFill flip="none" rotWithShape="1">
              <a:gsLst>
                <a:gs pos="42000">
                  <a:srgbClr val="579BFF"/>
                </a:gs>
                <a:gs pos="100000">
                  <a:srgbClr val="6199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Rounded Corners 1066">
              <a:extLst>
                <a:ext uri="{FF2B5EF4-FFF2-40B4-BE49-F238E27FC236}">
                  <a16:creationId xmlns:a16="http://schemas.microsoft.com/office/drawing/2014/main" id="{13D9008B-81F1-54CB-059F-A597389E3D6C}"/>
                </a:ext>
              </a:extLst>
            </p:cNvPr>
            <p:cNvSpPr/>
            <p:nvPr/>
          </p:nvSpPr>
          <p:spPr>
            <a:xfrm>
              <a:off x="2200481" y="3392053"/>
              <a:ext cx="3676073" cy="1200728"/>
            </a:xfrm>
            <a:prstGeom prst="roundRect">
              <a:avLst/>
            </a:prstGeom>
            <a:gradFill flip="none" rotWithShape="1">
              <a:gsLst>
                <a:gs pos="42000">
                  <a:srgbClr val="BBB1A1"/>
                </a:gs>
                <a:gs pos="100000">
                  <a:srgbClr val="CF8F6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Rounded Corners 1067">
              <a:extLst>
                <a:ext uri="{FF2B5EF4-FFF2-40B4-BE49-F238E27FC236}">
                  <a16:creationId xmlns:a16="http://schemas.microsoft.com/office/drawing/2014/main" id="{CCC9E799-0C0F-10B5-1F2A-0CACFC28403E}"/>
                </a:ext>
              </a:extLst>
            </p:cNvPr>
            <p:cNvSpPr/>
            <p:nvPr/>
          </p:nvSpPr>
          <p:spPr>
            <a:xfrm>
              <a:off x="6565663" y="1846662"/>
              <a:ext cx="3746042" cy="1200728"/>
            </a:xfrm>
            <a:prstGeom prst="roundRect">
              <a:avLst/>
            </a:prstGeom>
            <a:gradFill flip="none" rotWithShape="1">
              <a:gsLst>
                <a:gs pos="42000">
                  <a:srgbClr val="5BC95B"/>
                </a:gs>
                <a:gs pos="100000">
                  <a:srgbClr val="79C97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Rounded Corners 1068">
              <a:extLst>
                <a:ext uri="{FF2B5EF4-FFF2-40B4-BE49-F238E27FC236}">
                  <a16:creationId xmlns:a16="http://schemas.microsoft.com/office/drawing/2014/main" id="{DEE76A08-FB32-F060-A165-4062C5327A81}"/>
                </a:ext>
              </a:extLst>
            </p:cNvPr>
            <p:cNvSpPr/>
            <p:nvPr/>
          </p:nvSpPr>
          <p:spPr>
            <a:xfrm>
              <a:off x="2200481" y="1846662"/>
              <a:ext cx="3676073" cy="1200728"/>
            </a:xfrm>
            <a:prstGeom prst="roundRect">
              <a:avLst/>
            </a:prstGeom>
            <a:gradFill flip="none" rotWithShape="1">
              <a:gsLst>
                <a:gs pos="42000">
                  <a:srgbClr val="EBC857"/>
                </a:gs>
                <a:gs pos="100000">
                  <a:srgbClr val="FF8F4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Rounded Corners 1069">
              <a:extLst>
                <a:ext uri="{FF2B5EF4-FFF2-40B4-BE49-F238E27FC236}">
                  <a16:creationId xmlns:a16="http://schemas.microsoft.com/office/drawing/2014/main" id="{9FAD9278-38AB-8CBF-4557-6CF1364D40D2}"/>
                </a:ext>
              </a:extLst>
            </p:cNvPr>
            <p:cNvSpPr/>
            <p:nvPr/>
          </p:nvSpPr>
          <p:spPr>
            <a:xfrm>
              <a:off x="5452326" y="1472719"/>
              <a:ext cx="1475117" cy="5046453"/>
            </a:xfrm>
            <a:prstGeom prst="roundRect">
              <a:avLst/>
            </a:prstGeom>
            <a:noFill/>
            <a:ln w="76200">
              <a:gradFill>
                <a:gsLst>
                  <a:gs pos="0">
                    <a:schemeClr val="tx1">
                      <a:lumMod val="95000"/>
                    </a:schemeClr>
                  </a:gs>
                  <a:gs pos="61000">
                    <a:schemeClr val="tx2"/>
                  </a:gs>
                  <a:gs pos="100000">
                    <a:schemeClr val="tx1">
                      <a:lumMod val="75000"/>
                    </a:schemeClr>
                  </a:gs>
                </a:gsLst>
                <a:lin ang="5400000" scaled="1"/>
              </a:gradFill>
            </a:ln>
            <a:effectLst>
              <a:outerShdw blurRad="50800" dist="76200" dir="5400000" algn="t" rotWithShape="0">
                <a:prstClr val="black">
                  <a:alpha val="40000"/>
                </a:prstClr>
              </a:outerShdw>
            </a:effectLst>
            <a:scene3d>
              <a:camera prst="orthographicFront"/>
              <a:lightRig rig="threePt" dir="t"/>
            </a:scene3d>
            <a:sp3d>
              <a:bevelT w="82550"/>
              <a:bevelB w="146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071" name="Rectangle: Rounded Corners 1070">
              <a:extLst>
                <a:ext uri="{FF2B5EF4-FFF2-40B4-BE49-F238E27FC236}">
                  <a16:creationId xmlns:a16="http://schemas.microsoft.com/office/drawing/2014/main" id="{90F90768-6288-962C-7570-6A7936E8F45F}"/>
                </a:ext>
              </a:extLst>
            </p:cNvPr>
            <p:cNvSpPr/>
            <p:nvPr/>
          </p:nvSpPr>
          <p:spPr>
            <a:xfrm>
              <a:off x="2396754" y="2031999"/>
              <a:ext cx="3315854" cy="830052"/>
            </a:xfrm>
            <a:prstGeom prst="roundRect">
              <a:avLst/>
            </a:prstGeom>
            <a:gradFill flip="none" rotWithShape="1">
              <a:gsLst>
                <a:gs pos="43000">
                  <a:schemeClr val="tx1">
                    <a:lumMod val="75000"/>
                  </a:schemeClr>
                </a:gs>
                <a:gs pos="100000">
                  <a:srgbClr val="B2B2B2"/>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Rectangle: Top Corners Rounded 1071">
              <a:extLst>
                <a:ext uri="{FF2B5EF4-FFF2-40B4-BE49-F238E27FC236}">
                  <a16:creationId xmlns:a16="http://schemas.microsoft.com/office/drawing/2014/main" id="{DC942419-5A34-AABD-3938-7FE59A090B47}"/>
                </a:ext>
              </a:extLst>
            </p:cNvPr>
            <p:cNvSpPr/>
            <p:nvPr/>
          </p:nvSpPr>
          <p:spPr>
            <a:xfrm rot="5400000">
              <a:off x="5147490" y="2248445"/>
              <a:ext cx="830055" cy="397164"/>
            </a:xfrm>
            <a:prstGeom prst="round2SameRect">
              <a:avLst/>
            </a:prstGeom>
            <a:gradFill flip="none" rotWithShape="1">
              <a:gsLst>
                <a:gs pos="56000">
                  <a:srgbClr val="FF9900"/>
                </a:gs>
                <a:gs pos="23000">
                  <a:srgbClr val="FFC000"/>
                </a:gs>
                <a:gs pos="100000">
                  <a:schemeClr val="bg1">
                    <a:lumMod val="65000"/>
                    <a:lumOff val="3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Rectangle: Rounded Corners 1072">
              <a:extLst>
                <a:ext uri="{FF2B5EF4-FFF2-40B4-BE49-F238E27FC236}">
                  <a16:creationId xmlns:a16="http://schemas.microsoft.com/office/drawing/2014/main" id="{3DA70D1D-C4AC-3BEF-0EB2-461C3ACBFBA4}"/>
                </a:ext>
              </a:extLst>
            </p:cNvPr>
            <p:cNvSpPr/>
            <p:nvPr/>
          </p:nvSpPr>
          <p:spPr>
            <a:xfrm>
              <a:off x="6899463" y="2032000"/>
              <a:ext cx="3315854" cy="830050"/>
            </a:xfrm>
            <a:prstGeom prst="roundRect">
              <a:avLst/>
            </a:prstGeom>
            <a:gradFill flip="none" rotWithShape="1">
              <a:gsLst>
                <a:gs pos="43000">
                  <a:schemeClr val="tx1">
                    <a:lumMod val="75000"/>
                  </a:schemeClr>
                </a:gs>
                <a:gs pos="100000">
                  <a:srgbClr val="B2B2B2"/>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4" name="Rectangle: Top Corners Rounded 1073">
              <a:extLst>
                <a:ext uri="{FF2B5EF4-FFF2-40B4-BE49-F238E27FC236}">
                  <a16:creationId xmlns:a16="http://schemas.microsoft.com/office/drawing/2014/main" id="{5DF5E479-1D93-FF96-FAFC-D14A15ACE277}"/>
                </a:ext>
              </a:extLst>
            </p:cNvPr>
            <p:cNvSpPr/>
            <p:nvPr/>
          </p:nvSpPr>
          <p:spPr>
            <a:xfrm rot="5400000">
              <a:off x="6502924" y="2248444"/>
              <a:ext cx="830055" cy="397164"/>
            </a:xfrm>
            <a:prstGeom prst="round2SameRect">
              <a:avLst/>
            </a:prstGeom>
            <a:gradFill flip="none" rotWithShape="1">
              <a:gsLst>
                <a:gs pos="56000">
                  <a:srgbClr val="339933"/>
                </a:gs>
                <a:gs pos="24000">
                  <a:srgbClr val="003300"/>
                </a:gs>
                <a:gs pos="100000">
                  <a:schemeClr val="bg1">
                    <a:lumMod val="65000"/>
                    <a:lumOff val="35000"/>
                  </a:schemeClr>
                </a:gs>
              </a:gsLst>
              <a:lin ang="162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TextBox 1074">
              <a:extLst>
                <a:ext uri="{FF2B5EF4-FFF2-40B4-BE49-F238E27FC236}">
                  <a16:creationId xmlns:a16="http://schemas.microsoft.com/office/drawing/2014/main" id="{B42E3770-FD21-5FBA-0D50-F86E5A1EF701}"/>
                </a:ext>
              </a:extLst>
            </p:cNvPr>
            <p:cNvSpPr txBox="1"/>
            <p:nvPr/>
          </p:nvSpPr>
          <p:spPr>
            <a:xfrm>
              <a:off x="2342656" y="2176471"/>
              <a:ext cx="989835" cy="579510"/>
            </a:xfrm>
            <a:prstGeom prst="rect">
              <a:avLst/>
            </a:prstGeom>
            <a:noFill/>
          </p:spPr>
          <p:txBody>
            <a:bodyPr wrap="square" rtlCol="0">
              <a:spAutoFit/>
            </a:bodyPr>
            <a:lstStyle/>
            <a:p>
              <a:r>
                <a:rPr lang="en-US" sz="2000" dirty="0">
                  <a:solidFill>
                    <a:schemeClr val="bg2"/>
                  </a:solidFill>
                </a:rPr>
                <a:t>01</a:t>
              </a:r>
            </a:p>
          </p:txBody>
        </p:sp>
        <p:cxnSp>
          <p:nvCxnSpPr>
            <p:cNvPr id="1077" name="Straight Connector 1076">
              <a:extLst>
                <a:ext uri="{FF2B5EF4-FFF2-40B4-BE49-F238E27FC236}">
                  <a16:creationId xmlns:a16="http://schemas.microsoft.com/office/drawing/2014/main" id="{F5D2EC33-985D-E3C8-33E9-60A7923B5BF8}"/>
                </a:ext>
              </a:extLst>
            </p:cNvPr>
            <p:cNvCxnSpPr/>
            <p:nvPr/>
          </p:nvCxnSpPr>
          <p:spPr>
            <a:xfrm>
              <a:off x="2980346" y="2216180"/>
              <a:ext cx="0" cy="517785"/>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078" name="TextBox 1077">
              <a:extLst>
                <a:ext uri="{FF2B5EF4-FFF2-40B4-BE49-F238E27FC236}">
                  <a16:creationId xmlns:a16="http://schemas.microsoft.com/office/drawing/2014/main" id="{AA6ED94B-5770-D824-598B-2C4AA8409389}"/>
                </a:ext>
              </a:extLst>
            </p:cNvPr>
            <p:cNvSpPr txBox="1"/>
            <p:nvPr/>
          </p:nvSpPr>
          <p:spPr>
            <a:xfrm>
              <a:off x="3223390" y="1967428"/>
              <a:ext cx="2124292" cy="846975"/>
            </a:xfrm>
            <a:prstGeom prst="rect">
              <a:avLst/>
            </a:prstGeom>
            <a:noFill/>
          </p:spPr>
          <p:txBody>
            <a:bodyPr wrap="square" rtlCol="0">
              <a:spAutoFit/>
            </a:bodyPr>
            <a:lstStyle/>
            <a:p>
              <a:r>
                <a:rPr lang="en-US" sz="1600" dirty="0">
                  <a:solidFill>
                    <a:schemeClr val="bg2"/>
                  </a:solidFill>
                </a:rPr>
                <a:t>Data Collection</a:t>
              </a:r>
            </a:p>
          </p:txBody>
        </p:sp>
        <p:sp>
          <p:nvSpPr>
            <p:cNvPr id="1079" name="TextBox 1078">
              <a:extLst>
                <a:ext uri="{FF2B5EF4-FFF2-40B4-BE49-F238E27FC236}">
                  <a16:creationId xmlns:a16="http://schemas.microsoft.com/office/drawing/2014/main" id="{0CA75063-30C5-9D7E-1BF7-A3A378B13E46}"/>
                </a:ext>
              </a:extLst>
            </p:cNvPr>
            <p:cNvSpPr txBox="1"/>
            <p:nvPr/>
          </p:nvSpPr>
          <p:spPr>
            <a:xfrm>
              <a:off x="7015833" y="2231905"/>
              <a:ext cx="804291" cy="579510"/>
            </a:xfrm>
            <a:prstGeom prst="rect">
              <a:avLst/>
            </a:prstGeom>
            <a:noFill/>
          </p:spPr>
          <p:txBody>
            <a:bodyPr wrap="square" rtlCol="0">
              <a:spAutoFit/>
            </a:bodyPr>
            <a:lstStyle/>
            <a:p>
              <a:r>
                <a:rPr lang="en-US" sz="2000" dirty="0">
                  <a:solidFill>
                    <a:schemeClr val="bg2"/>
                  </a:solidFill>
                </a:rPr>
                <a:t>02</a:t>
              </a:r>
            </a:p>
          </p:txBody>
        </p:sp>
        <p:cxnSp>
          <p:nvCxnSpPr>
            <p:cNvPr id="1080" name="Straight Connector 1079">
              <a:extLst>
                <a:ext uri="{FF2B5EF4-FFF2-40B4-BE49-F238E27FC236}">
                  <a16:creationId xmlns:a16="http://schemas.microsoft.com/office/drawing/2014/main" id="{EAE4E6F2-BE83-352B-83F6-C1DC555D9377}"/>
                </a:ext>
              </a:extLst>
            </p:cNvPr>
            <p:cNvCxnSpPr/>
            <p:nvPr/>
          </p:nvCxnSpPr>
          <p:spPr>
            <a:xfrm>
              <a:off x="7755089" y="2149877"/>
              <a:ext cx="0" cy="517785"/>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081" name="TextBox 1080">
              <a:extLst>
                <a:ext uri="{FF2B5EF4-FFF2-40B4-BE49-F238E27FC236}">
                  <a16:creationId xmlns:a16="http://schemas.microsoft.com/office/drawing/2014/main" id="{6EFB9580-F866-63DF-036D-E9A2C3417D32}"/>
                </a:ext>
              </a:extLst>
            </p:cNvPr>
            <p:cNvSpPr txBox="1"/>
            <p:nvPr/>
          </p:nvSpPr>
          <p:spPr>
            <a:xfrm>
              <a:off x="7882928" y="2015077"/>
              <a:ext cx="1986266" cy="846975"/>
            </a:xfrm>
            <a:prstGeom prst="rect">
              <a:avLst/>
            </a:prstGeom>
            <a:noFill/>
          </p:spPr>
          <p:txBody>
            <a:bodyPr wrap="square" rtlCol="0">
              <a:spAutoFit/>
            </a:bodyPr>
            <a:lstStyle/>
            <a:p>
              <a:r>
                <a:rPr lang="en-US" sz="1600" dirty="0">
                  <a:solidFill>
                    <a:schemeClr val="bg2"/>
                  </a:solidFill>
                </a:rPr>
                <a:t>Data Exploration</a:t>
              </a:r>
            </a:p>
          </p:txBody>
        </p:sp>
        <p:sp>
          <p:nvSpPr>
            <p:cNvPr id="1082" name="Rectangle: Rounded Corners 1081">
              <a:extLst>
                <a:ext uri="{FF2B5EF4-FFF2-40B4-BE49-F238E27FC236}">
                  <a16:creationId xmlns:a16="http://schemas.microsoft.com/office/drawing/2014/main" id="{EB9E554F-B4F3-A76A-F991-23BEDA6049F7}"/>
                </a:ext>
              </a:extLst>
            </p:cNvPr>
            <p:cNvSpPr/>
            <p:nvPr/>
          </p:nvSpPr>
          <p:spPr>
            <a:xfrm>
              <a:off x="2342656" y="3577390"/>
              <a:ext cx="3315854" cy="830052"/>
            </a:xfrm>
            <a:prstGeom prst="roundRect">
              <a:avLst/>
            </a:prstGeom>
            <a:gradFill flip="none" rotWithShape="1">
              <a:gsLst>
                <a:gs pos="43000">
                  <a:schemeClr val="tx1">
                    <a:lumMod val="75000"/>
                  </a:schemeClr>
                </a:gs>
                <a:gs pos="100000">
                  <a:srgbClr val="B2B2B2"/>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Top Corners Rounded 1082">
              <a:extLst>
                <a:ext uri="{FF2B5EF4-FFF2-40B4-BE49-F238E27FC236}">
                  <a16:creationId xmlns:a16="http://schemas.microsoft.com/office/drawing/2014/main" id="{E65A9205-94B6-1F09-1165-77E337E68AB9}"/>
                </a:ext>
              </a:extLst>
            </p:cNvPr>
            <p:cNvSpPr/>
            <p:nvPr/>
          </p:nvSpPr>
          <p:spPr>
            <a:xfrm rot="5400000">
              <a:off x="5147490" y="3793836"/>
              <a:ext cx="830055" cy="397164"/>
            </a:xfrm>
            <a:prstGeom prst="round2SameRect">
              <a:avLst/>
            </a:prstGeom>
            <a:gradFill flip="none" rotWithShape="1">
              <a:gsLst>
                <a:gs pos="56000">
                  <a:srgbClr val="E4B382"/>
                </a:gs>
                <a:gs pos="23000">
                  <a:srgbClr val="EBEBE1"/>
                </a:gs>
                <a:gs pos="100000">
                  <a:schemeClr val="bg1">
                    <a:lumMod val="65000"/>
                    <a:lumOff val="3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Rounded Corners 1083">
              <a:extLst>
                <a:ext uri="{FF2B5EF4-FFF2-40B4-BE49-F238E27FC236}">
                  <a16:creationId xmlns:a16="http://schemas.microsoft.com/office/drawing/2014/main" id="{BE1D17C7-4169-4388-1299-60D4AE6C430B}"/>
                </a:ext>
              </a:extLst>
            </p:cNvPr>
            <p:cNvSpPr/>
            <p:nvPr/>
          </p:nvSpPr>
          <p:spPr>
            <a:xfrm>
              <a:off x="6788641" y="3577390"/>
              <a:ext cx="3315854" cy="830052"/>
            </a:xfrm>
            <a:prstGeom prst="roundRect">
              <a:avLst/>
            </a:prstGeom>
            <a:gradFill flip="none" rotWithShape="1">
              <a:gsLst>
                <a:gs pos="43000">
                  <a:schemeClr val="tx1">
                    <a:lumMod val="75000"/>
                  </a:schemeClr>
                </a:gs>
                <a:gs pos="100000">
                  <a:srgbClr val="B2B2B2"/>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Top Corners Rounded 1084">
              <a:extLst>
                <a:ext uri="{FF2B5EF4-FFF2-40B4-BE49-F238E27FC236}">
                  <a16:creationId xmlns:a16="http://schemas.microsoft.com/office/drawing/2014/main" id="{283BBFDC-953B-71CE-9449-0CD5433E5B79}"/>
                </a:ext>
              </a:extLst>
            </p:cNvPr>
            <p:cNvSpPr/>
            <p:nvPr/>
          </p:nvSpPr>
          <p:spPr>
            <a:xfrm rot="5400000">
              <a:off x="6502924" y="3793835"/>
              <a:ext cx="830055" cy="397164"/>
            </a:xfrm>
            <a:prstGeom prst="round2SameRect">
              <a:avLst/>
            </a:prstGeom>
            <a:gradFill flip="none" rotWithShape="1">
              <a:gsLst>
                <a:gs pos="56000">
                  <a:srgbClr val="0066FF"/>
                </a:gs>
                <a:gs pos="24000">
                  <a:srgbClr val="003300"/>
                </a:gs>
                <a:gs pos="100000">
                  <a:srgbClr val="66CCFF"/>
                </a:gs>
              </a:gsLst>
              <a:lin ang="162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TextBox 1085">
              <a:extLst>
                <a:ext uri="{FF2B5EF4-FFF2-40B4-BE49-F238E27FC236}">
                  <a16:creationId xmlns:a16="http://schemas.microsoft.com/office/drawing/2014/main" id="{EE0FC636-301A-5D29-9C01-6F4248BCE410}"/>
                </a:ext>
              </a:extLst>
            </p:cNvPr>
            <p:cNvSpPr txBox="1"/>
            <p:nvPr/>
          </p:nvSpPr>
          <p:spPr>
            <a:xfrm>
              <a:off x="2253126" y="3730707"/>
              <a:ext cx="844899" cy="579510"/>
            </a:xfrm>
            <a:prstGeom prst="rect">
              <a:avLst/>
            </a:prstGeom>
            <a:noFill/>
          </p:spPr>
          <p:txBody>
            <a:bodyPr wrap="square" rtlCol="0">
              <a:spAutoFit/>
            </a:bodyPr>
            <a:lstStyle/>
            <a:p>
              <a:r>
                <a:rPr lang="en-US" sz="2000" dirty="0">
                  <a:solidFill>
                    <a:schemeClr val="bg2"/>
                  </a:solidFill>
                </a:rPr>
                <a:t>03</a:t>
              </a:r>
            </a:p>
          </p:txBody>
        </p:sp>
        <p:cxnSp>
          <p:nvCxnSpPr>
            <p:cNvPr id="1087" name="Straight Connector 1086">
              <a:extLst>
                <a:ext uri="{FF2B5EF4-FFF2-40B4-BE49-F238E27FC236}">
                  <a16:creationId xmlns:a16="http://schemas.microsoft.com/office/drawing/2014/main" id="{43F0BB65-75E8-06E3-9E63-7025F8DCED17}"/>
                </a:ext>
              </a:extLst>
            </p:cNvPr>
            <p:cNvCxnSpPr/>
            <p:nvPr/>
          </p:nvCxnSpPr>
          <p:spPr>
            <a:xfrm>
              <a:off x="2980346" y="3761571"/>
              <a:ext cx="0" cy="517785"/>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088" name="TextBox 1087">
              <a:extLst>
                <a:ext uri="{FF2B5EF4-FFF2-40B4-BE49-F238E27FC236}">
                  <a16:creationId xmlns:a16="http://schemas.microsoft.com/office/drawing/2014/main" id="{36105EAC-47E2-DEA7-FC15-79CB3385C853}"/>
                </a:ext>
              </a:extLst>
            </p:cNvPr>
            <p:cNvSpPr txBox="1"/>
            <p:nvPr/>
          </p:nvSpPr>
          <p:spPr>
            <a:xfrm>
              <a:off x="2948174" y="3578673"/>
              <a:ext cx="2666553" cy="846975"/>
            </a:xfrm>
            <a:prstGeom prst="rect">
              <a:avLst/>
            </a:prstGeom>
            <a:noFill/>
          </p:spPr>
          <p:txBody>
            <a:bodyPr wrap="square" rtlCol="0">
              <a:spAutoFit/>
            </a:bodyPr>
            <a:lstStyle/>
            <a:p>
              <a:r>
                <a:rPr lang="en-US" sz="1600" dirty="0">
                  <a:solidFill>
                    <a:schemeClr val="bg2"/>
                  </a:solidFill>
                </a:rPr>
                <a:t>Data Cleansing  &amp; Preparation</a:t>
              </a:r>
            </a:p>
          </p:txBody>
        </p:sp>
        <p:sp>
          <p:nvSpPr>
            <p:cNvPr id="1089" name="TextBox 1088">
              <a:extLst>
                <a:ext uri="{FF2B5EF4-FFF2-40B4-BE49-F238E27FC236}">
                  <a16:creationId xmlns:a16="http://schemas.microsoft.com/office/drawing/2014/main" id="{0E583A04-9293-F1F3-6853-0318D3B48311}"/>
                </a:ext>
              </a:extLst>
            </p:cNvPr>
            <p:cNvSpPr txBox="1"/>
            <p:nvPr/>
          </p:nvSpPr>
          <p:spPr>
            <a:xfrm>
              <a:off x="7026465" y="3683164"/>
              <a:ext cx="877229" cy="579510"/>
            </a:xfrm>
            <a:prstGeom prst="rect">
              <a:avLst/>
            </a:prstGeom>
            <a:noFill/>
          </p:spPr>
          <p:txBody>
            <a:bodyPr wrap="square" rtlCol="0">
              <a:spAutoFit/>
            </a:bodyPr>
            <a:lstStyle/>
            <a:p>
              <a:r>
                <a:rPr lang="en-US" sz="2000" dirty="0">
                  <a:solidFill>
                    <a:schemeClr val="bg2"/>
                  </a:solidFill>
                </a:rPr>
                <a:t>04</a:t>
              </a:r>
            </a:p>
          </p:txBody>
        </p:sp>
        <p:cxnSp>
          <p:nvCxnSpPr>
            <p:cNvPr id="1090" name="Straight Connector 1089">
              <a:extLst>
                <a:ext uri="{FF2B5EF4-FFF2-40B4-BE49-F238E27FC236}">
                  <a16:creationId xmlns:a16="http://schemas.microsoft.com/office/drawing/2014/main" id="{3A61E8E7-461C-3E49-7359-3AB3E27D5B8B}"/>
                </a:ext>
              </a:extLst>
            </p:cNvPr>
            <p:cNvCxnSpPr/>
            <p:nvPr/>
          </p:nvCxnSpPr>
          <p:spPr>
            <a:xfrm>
              <a:off x="7755089" y="3695268"/>
              <a:ext cx="0" cy="517785"/>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091" name="Rectangle: Rounded Corners 1090">
              <a:extLst>
                <a:ext uri="{FF2B5EF4-FFF2-40B4-BE49-F238E27FC236}">
                  <a16:creationId xmlns:a16="http://schemas.microsoft.com/office/drawing/2014/main" id="{0AE1B783-9774-67CB-4BC9-E2D6D75202F9}"/>
                </a:ext>
              </a:extLst>
            </p:cNvPr>
            <p:cNvSpPr/>
            <p:nvPr/>
          </p:nvSpPr>
          <p:spPr>
            <a:xfrm>
              <a:off x="2396754" y="5122781"/>
              <a:ext cx="3315854" cy="830052"/>
            </a:xfrm>
            <a:prstGeom prst="roundRect">
              <a:avLst/>
            </a:prstGeom>
            <a:gradFill flip="none" rotWithShape="1">
              <a:gsLst>
                <a:gs pos="43000">
                  <a:schemeClr val="tx1">
                    <a:lumMod val="75000"/>
                  </a:schemeClr>
                </a:gs>
                <a:gs pos="100000">
                  <a:srgbClr val="B2B2B2"/>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Top Corners Rounded 1091">
              <a:extLst>
                <a:ext uri="{FF2B5EF4-FFF2-40B4-BE49-F238E27FC236}">
                  <a16:creationId xmlns:a16="http://schemas.microsoft.com/office/drawing/2014/main" id="{A3ADED8D-3298-352F-034C-2D789A4B2E37}"/>
                </a:ext>
              </a:extLst>
            </p:cNvPr>
            <p:cNvSpPr/>
            <p:nvPr/>
          </p:nvSpPr>
          <p:spPr>
            <a:xfrm rot="5400000">
              <a:off x="5147490" y="5339227"/>
              <a:ext cx="830055" cy="397164"/>
            </a:xfrm>
            <a:prstGeom prst="round2SameRect">
              <a:avLst/>
            </a:prstGeom>
            <a:gradFill flip="none" rotWithShape="1">
              <a:gsLst>
                <a:gs pos="56000">
                  <a:srgbClr val="FF9900"/>
                </a:gs>
                <a:gs pos="23000">
                  <a:srgbClr val="FFC000"/>
                </a:gs>
                <a:gs pos="100000">
                  <a:schemeClr val="bg1">
                    <a:lumMod val="65000"/>
                    <a:lumOff val="3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Rounded Corners 1092">
              <a:extLst>
                <a:ext uri="{FF2B5EF4-FFF2-40B4-BE49-F238E27FC236}">
                  <a16:creationId xmlns:a16="http://schemas.microsoft.com/office/drawing/2014/main" id="{6CAAD4D9-E5E6-4E3B-E987-AE1535C88BA5}"/>
                </a:ext>
              </a:extLst>
            </p:cNvPr>
            <p:cNvSpPr/>
            <p:nvPr/>
          </p:nvSpPr>
          <p:spPr>
            <a:xfrm>
              <a:off x="6788641" y="5122781"/>
              <a:ext cx="3315854" cy="830052"/>
            </a:xfrm>
            <a:prstGeom prst="roundRect">
              <a:avLst/>
            </a:prstGeom>
            <a:gradFill flip="none" rotWithShape="1">
              <a:gsLst>
                <a:gs pos="43000">
                  <a:schemeClr val="tx1">
                    <a:lumMod val="75000"/>
                  </a:schemeClr>
                </a:gs>
                <a:gs pos="100000">
                  <a:srgbClr val="B2B2B2"/>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Top Corners Rounded 1093">
              <a:extLst>
                <a:ext uri="{FF2B5EF4-FFF2-40B4-BE49-F238E27FC236}">
                  <a16:creationId xmlns:a16="http://schemas.microsoft.com/office/drawing/2014/main" id="{7D0D53BE-5055-B658-2AC2-0C75F7519BEE}"/>
                </a:ext>
              </a:extLst>
            </p:cNvPr>
            <p:cNvSpPr/>
            <p:nvPr/>
          </p:nvSpPr>
          <p:spPr>
            <a:xfrm rot="5400000">
              <a:off x="6502924" y="5339226"/>
              <a:ext cx="830055" cy="397164"/>
            </a:xfrm>
            <a:prstGeom prst="round2SameRect">
              <a:avLst/>
            </a:prstGeom>
            <a:gradFill flip="none" rotWithShape="1">
              <a:gsLst>
                <a:gs pos="56000">
                  <a:srgbClr val="FFCC00"/>
                </a:gs>
                <a:gs pos="24000">
                  <a:srgbClr val="003300"/>
                </a:gs>
                <a:gs pos="100000">
                  <a:srgbClr val="FFFFCC"/>
                </a:gs>
              </a:gsLst>
              <a:lin ang="162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TextBox 1094">
              <a:extLst>
                <a:ext uri="{FF2B5EF4-FFF2-40B4-BE49-F238E27FC236}">
                  <a16:creationId xmlns:a16="http://schemas.microsoft.com/office/drawing/2014/main" id="{E30B0CE5-6412-A1A3-DCFE-3049B2509136}"/>
                </a:ext>
              </a:extLst>
            </p:cNvPr>
            <p:cNvSpPr txBox="1"/>
            <p:nvPr/>
          </p:nvSpPr>
          <p:spPr>
            <a:xfrm>
              <a:off x="2300150" y="5306959"/>
              <a:ext cx="770107" cy="579510"/>
            </a:xfrm>
            <a:prstGeom prst="rect">
              <a:avLst/>
            </a:prstGeom>
            <a:noFill/>
          </p:spPr>
          <p:txBody>
            <a:bodyPr wrap="square" rtlCol="0">
              <a:spAutoFit/>
            </a:bodyPr>
            <a:lstStyle/>
            <a:p>
              <a:r>
                <a:rPr lang="en-US" sz="2000" dirty="0">
                  <a:solidFill>
                    <a:schemeClr val="bg2"/>
                  </a:solidFill>
                </a:rPr>
                <a:t>05</a:t>
              </a:r>
            </a:p>
          </p:txBody>
        </p:sp>
        <p:cxnSp>
          <p:nvCxnSpPr>
            <p:cNvPr id="1096" name="Straight Connector 1095">
              <a:extLst>
                <a:ext uri="{FF2B5EF4-FFF2-40B4-BE49-F238E27FC236}">
                  <a16:creationId xmlns:a16="http://schemas.microsoft.com/office/drawing/2014/main" id="{B9C5078E-A84C-9ECA-8518-17D87E35597D}"/>
                </a:ext>
              </a:extLst>
            </p:cNvPr>
            <p:cNvCxnSpPr/>
            <p:nvPr/>
          </p:nvCxnSpPr>
          <p:spPr>
            <a:xfrm>
              <a:off x="2980346" y="5306962"/>
              <a:ext cx="0" cy="517785"/>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097" name="TextBox 1096">
              <a:extLst>
                <a:ext uri="{FF2B5EF4-FFF2-40B4-BE49-F238E27FC236}">
                  <a16:creationId xmlns:a16="http://schemas.microsoft.com/office/drawing/2014/main" id="{1A4FCCDD-E37D-BB9B-59C9-42C8E08DEB9B}"/>
                </a:ext>
              </a:extLst>
            </p:cNvPr>
            <p:cNvSpPr txBox="1"/>
            <p:nvPr/>
          </p:nvSpPr>
          <p:spPr>
            <a:xfrm>
              <a:off x="3070256" y="5183864"/>
              <a:ext cx="2484149" cy="846975"/>
            </a:xfrm>
            <a:prstGeom prst="rect">
              <a:avLst/>
            </a:prstGeom>
            <a:noFill/>
          </p:spPr>
          <p:txBody>
            <a:bodyPr wrap="square" rtlCol="0">
              <a:spAutoFit/>
            </a:bodyPr>
            <a:lstStyle/>
            <a:p>
              <a:r>
                <a:rPr lang="en-US" sz="1600" dirty="0">
                  <a:solidFill>
                    <a:schemeClr val="bg2"/>
                  </a:solidFill>
                </a:rPr>
                <a:t>Analyzing the Model outcome</a:t>
              </a:r>
            </a:p>
          </p:txBody>
        </p:sp>
        <p:sp>
          <p:nvSpPr>
            <p:cNvPr id="1098" name="TextBox 1097">
              <a:extLst>
                <a:ext uri="{FF2B5EF4-FFF2-40B4-BE49-F238E27FC236}">
                  <a16:creationId xmlns:a16="http://schemas.microsoft.com/office/drawing/2014/main" id="{E04D851D-3080-FA93-BF0B-C0E53D3C5E34}"/>
                </a:ext>
              </a:extLst>
            </p:cNvPr>
            <p:cNvSpPr txBox="1"/>
            <p:nvPr/>
          </p:nvSpPr>
          <p:spPr>
            <a:xfrm>
              <a:off x="7062934" y="5275226"/>
              <a:ext cx="804291" cy="579510"/>
            </a:xfrm>
            <a:prstGeom prst="rect">
              <a:avLst/>
            </a:prstGeom>
            <a:noFill/>
          </p:spPr>
          <p:txBody>
            <a:bodyPr wrap="square" rtlCol="0">
              <a:spAutoFit/>
            </a:bodyPr>
            <a:lstStyle/>
            <a:p>
              <a:r>
                <a:rPr lang="en-US" sz="2000" dirty="0">
                  <a:solidFill>
                    <a:schemeClr val="bg2"/>
                  </a:solidFill>
                </a:rPr>
                <a:t>06</a:t>
              </a:r>
            </a:p>
          </p:txBody>
        </p:sp>
        <p:cxnSp>
          <p:nvCxnSpPr>
            <p:cNvPr id="1099" name="Straight Connector 1098">
              <a:extLst>
                <a:ext uri="{FF2B5EF4-FFF2-40B4-BE49-F238E27FC236}">
                  <a16:creationId xmlns:a16="http://schemas.microsoft.com/office/drawing/2014/main" id="{F45E34D7-2079-C3DA-0AEF-294713128186}"/>
                </a:ext>
              </a:extLst>
            </p:cNvPr>
            <p:cNvCxnSpPr/>
            <p:nvPr/>
          </p:nvCxnSpPr>
          <p:spPr>
            <a:xfrm>
              <a:off x="7755089" y="5240659"/>
              <a:ext cx="0" cy="517785"/>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100" name="TextBox 1099">
              <a:extLst>
                <a:ext uri="{FF2B5EF4-FFF2-40B4-BE49-F238E27FC236}">
                  <a16:creationId xmlns:a16="http://schemas.microsoft.com/office/drawing/2014/main" id="{BF3787E9-4CAB-9C72-6A2A-02EB738162FA}"/>
                </a:ext>
              </a:extLst>
            </p:cNvPr>
            <p:cNvSpPr txBox="1"/>
            <p:nvPr/>
          </p:nvSpPr>
          <p:spPr>
            <a:xfrm>
              <a:off x="8019811" y="5292082"/>
              <a:ext cx="1986266" cy="534932"/>
            </a:xfrm>
            <a:prstGeom prst="rect">
              <a:avLst/>
            </a:prstGeom>
            <a:noFill/>
          </p:spPr>
          <p:txBody>
            <a:bodyPr wrap="square" rtlCol="0">
              <a:spAutoFit/>
            </a:bodyPr>
            <a:lstStyle/>
            <a:p>
              <a:r>
                <a:rPr lang="en-US" sz="1800" dirty="0">
                  <a:solidFill>
                    <a:schemeClr val="bg2"/>
                  </a:solidFill>
                </a:rPr>
                <a:t>Results</a:t>
              </a:r>
            </a:p>
          </p:txBody>
        </p:sp>
        <p:sp>
          <p:nvSpPr>
            <p:cNvPr id="1101" name="TextBox 1100">
              <a:extLst>
                <a:ext uri="{FF2B5EF4-FFF2-40B4-BE49-F238E27FC236}">
                  <a16:creationId xmlns:a16="http://schemas.microsoft.com/office/drawing/2014/main" id="{1FF9DEA5-5CAF-D37E-DC6B-34422A3A5641}"/>
                </a:ext>
              </a:extLst>
            </p:cNvPr>
            <p:cNvSpPr txBox="1"/>
            <p:nvPr/>
          </p:nvSpPr>
          <p:spPr>
            <a:xfrm>
              <a:off x="7771617" y="3571950"/>
              <a:ext cx="2800623" cy="757820"/>
            </a:xfrm>
            <a:prstGeom prst="rect">
              <a:avLst/>
            </a:prstGeom>
            <a:noFill/>
          </p:spPr>
          <p:txBody>
            <a:bodyPr wrap="square" rtlCol="0">
              <a:spAutoFit/>
            </a:bodyPr>
            <a:lstStyle/>
            <a:p>
              <a:r>
                <a:rPr lang="en-US" dirty="0">
                  <a:solidFill>
                    <a:schemeClr val="bg2"/>
                  </a:solidFill>
                </a:rPr>
                <a:t>Model Building in </a:t>
              </a:r>
            </a:p>
            <a:p>
              <a:r>
                <a:rPr lang="en-US" dirty="0">
                  <a:solidFill>
                    <a:schemeClr val="bg2"/>
                  </a:solidFill>
                </a:rPr>
                <a:t>Python</a:t>
              </a:r>
            </a:p>
          </p:txBody>
        </p:sp>
        <p:sp>
          <p:nvSpPr>
            <p:cNvPr id="1102" name="TextBox 1101">
              <a:extLst>
                <a:ext uri="{FF2B5EF4-FFF2-40B4-BE49-F238E27FC236}">
                  <a16:creationId xmlns:a16="http://schemas.microsoft.com/office/drawing/2014/main" id="{6EB305F4-45ED-6C7D-463E-4BD1684A9EA0}"/>
                </a:ext>
              </a:extLst>
            </p:cNvPr>
            <p:cNvSpPr txBox="1"/>
            <p:nvPr/>
          </p:nvSpPr>
          <p:spPr>
            <a:xfrm>
              <a:off x="234798" y="1787250"/>
              <a:ext cx="1704108" cy="378910"/>
            </a:xfrm>
            <a:prstGeom prst="rect">
              <a:avLst/>
            </a:prstGeom>
            <a:noFill/>
          </p:spPr>
          <p:txBody>
            <a:bodyPr wrap="square" rtlCol="0">
              <a:spAutoFit/>
            </a:bodyPr>
            <a:lstStyle/>
            <a:p>
              <a:endParaRPr lang="en-US" sz="1100" b="1" dirty="0">
                <a:solidFill>
                  <a:srgbClr val="FF9043"/>
                </a:solidFill>
              </a:endParaRPr>
            </a:p>
          </p:txBody>
        </p:sp>
        <p:sp>
          <p:nvSpPr>
            <p:cNvPr id="1103" name="Rectangle 1102">
              <a:extLst>
                <a:ext uri="{FF2B5EF4-FFF2-40B4-BE49-F238E27FC236}">
                  <a16:creationId xmlns:a16="http://schemas.microsoft.com/office/drawing/2014/main" id="{87659483-C2A1-FF36-BCBA-DF12D817718D}"/>
                </a:ext>
              </a:extLst>
            </p:cNvPr>
            <p:cNvSpPr/>
            <p:nvPr/>
          </p:nvSpPr>
          <p:spPr>
            <a:xfrm>
              <a:off x="10555103" y="1509461"/>
              <a:ext cx="2177935" cy="367766"/>
            </a:xfrm>
            <a:prstGeom prst="rect">
              <a:avLst/>
            </a:prstGeom>
          </p:spPr>
          <p:txBody>
            <a:bodyPr wrap="square">
              <a:spAutoFit/>
            </a:bodyPr>
            <a:lstStyle/>
            <a:p>
              <a:endParaRPr lang="en-US" sz="1050" b="1" dirty="0">
                <a:solidFill>
                  <a:srgbClr val="5BC85B"/>
                </a:solidFill>
              </a:endParaRPr>
            </a:p>
          </p:txBody>
        </p:sp>
        <p:sp>
          <p:nvSpPr>
            <p:cNvPr id="1104" name="Rectangle 1103">
              <a:extLst>
                <a:ext uri="{FF2B5EF4-FFF2-40B4-BE49-F238E27FC236}">
                  <a16:creationId xmlns:a16="http://schemas.microsoft.com/office/drawing/2014/main" id="{835DAE6F-4716-12B6-F1DC-AD060C0EB324}"/>
                </a:ext>
              </a:extLst>
            </p:cNvPr>
            <p:cNvSpPr/>
            <p:nvPr/>
          </p:nvSpPr>
          <p:spPr>
            <a:xfrm>
              <a:off x="68348" y="3254633"/>
              <a:ext cx="2131822" cy="356621"/>
            </a:xfrm>
            <a:prstGeom prst="rect">
              <a:avLst/>
            </a:prstGeom>
          </p:spPr>
          <p:txBody>
            <a:bodyPr wrap="square">
              <a:spAutoFit/>
            </a:bodyPr>
            <a:lstStyle/>
            <a:p>
              <a:endParaRPr lang="en-US" sz="1000" b="1" dirty="0">
                <a:solidFill>
                  <a:srgbClr val="CE906D"/>
                </a:solidFill>
              </a:endParaRPr>
            </a:p>
          </p:txBody>
        </p:sp>
        <p:sp>
          <p:nvSpPr>
            <p:cNvPr id="1105" name="Rectangle 1104">
              <a:extLst>
                <a:ext uri="{FF2B5EF4-FFF2-40B4-BE49-F238E27FC236}">
                  <a16:creationId xmlns:a16="http://schemas.microsoft.com/office/drawing/2014/main" id="{CE721AD0-48FA-0A9F-422D-B013183482F7}"/>
                </a:ext>
              </a:extLst>
            </p:cNvPr>
            <p:cNvSpPr/>
            <p:nvPr/>
          </p:nvSpPr>
          <p:spPr>
            <a:xfrm>
              <a:off x="10555103" y="3204906"/>
              <a:ext cx="1979154" cy="367766"/>
            </a:xfrm>
            <a:prstGeom prst="rect">
              <a:avLst/>
            </a:prstGeom>
          </p:spPr>
          <p:txBody>
            <a:bodyPr wrap="square">
              <a:spAutoFit/>
            </a:bodyPr>
            <a:lstStyle/>
            <a:p>
              <a:endParaRPr lang="en-US" sz="1050" b="1" dirty="0">
                <a:solidFill>
                  <a:srgbClr val="579BFF"/>
                </a:solidFill>
              </a:endParaRPr>
            </a:p>
          </p:txBody>
        </p:sp>
        <p:sp>
          <p:nvSpPr>
            <p:cNvPr id="1106" name="Rectangle 1105">
              <a:extLst>
                <a:ext uri="{FF2B5EF4-FFF2-40B4-BE49-F238E27FC236}">
                  <a16:creationId xmlns:a16="http://schemas.microsoft.com/office/drawing/2014/main" id="{AA41E4D4-F55A-CCF4-B112-D3EF8C0010D5}"/>
                </a:ext>
              </a:extLst>
            </p:cNvPr>
            <p:cNvSpPr/>
            <p:nvPr/>
          </p:nvSpPr>
          <p:spPr>
            <a:xfrm>
              <a:off x="22591" y="5119240"/>
              <a:ext cx="1802075" cy="367766"/>
            </a:xfrm>
            <a:prstGeom prst="rect">
              <a:avLst/>
            </a:prstGeom>
          </p:spPr>
          <p:txBody>
            <a:bodyPr wrap="square">
              <a:spAutoFit/>
            </a:bodyPr>
            <a:lstStyle/>
            <a:p>
              <a:endParaRPr lang="en-US" sz="1050" b="1" dirty="0">
                <a:solidFill>
                  <a:srgbClr val="808000"/>
                </a:solidFill>
              </a:endParaRPr>
            </a:p>
          </p:txBody>
        </p:sp>
      </p:grpSp>
      <p:sp>
        <p:nvSpPr>
          <p:cNvPr id="1108" name="Google Shape;884;p32">
            <a:extLst>
              <a:ext uri="{FF2B5EF4-FFF2-40B4-BE49-F238E27FC236}">
                <a16:creationId xmlns:a16="http://schemas.microsoft.com/office/drawing/2014/main" id="{2D58C940-CB3D-A56D-188D-F110F9EDC88A}"/>
              </a:ext>
            </a:extLst>
          </p:cNvPr>
          <p:cNvSpPr txBox="1">
            <a:spLocks noGrp="1"/>
          </p:cNvSpPr>
          <p:nvPr>
            <p:ph type="title"/>
          </p:nvPr>
        </p:nvSpPr>
        <p:spPr>
          <a:xfrm>
            <a:off x="1379019" y="127551"/>
            <a:ext cx="5727031" cy="909691"/>
          </a:xfrm>
          <a:prstGeom prst="rect">
            <a:avLst/>
          </a:prstGeom>
        </p:spPr>
        <p:txBody>
          <a:bodyPr spcFirstLastPara="1" wrap="square" lIns="91425" tIns="91425" rIns="91425" bIns="91425" anchor="t" anchorCtr="0">
            <a:noAutofit/>
          </a:bodyPr>
          <a:lstStyle/>
          <a:p>
            <a:r>
              <a:rPr lang="en-US" sz="3200" dirty="0">
                <a:solidFill>
                  <a:schemeClr val="bg1">
                    <a:lumMod val="50000"/>
                  </a:schemeClr>
                </a:solidFill>
              </a:rPr>
              <a:t>Steps Involved in this Project</a:t>
            </a:r>
          </a:p>
        </p:txBody>
      </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37"/>
          <p:cNvSpPr txBox="1">
            <a:spLocks noGrp="1"/>
          </p:cNvSpPr>
          <p:nvPr>
            <p:ph type="title"/>
          </p:nvPr>
        </p:nvSpPr>
        <p:spPr>
          <a:xfrm>
            <a:off x="1374430" y="162561"/>
            <a:ext cx="4000210" cy="76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Data Processing</a:t>
            </a:r>
            <a:endParaRPr sz="4000" dirty="0"/>
          </a:p>
        </p:txBody>
      </p:sp>
      <p:sp>
        <p:nvSpPr>
          <p:cNvPr id="1081" name="Google Shape;1081;p37"/>
          <p:cNvSpPr txBox="1">
            <a:spLocks noGrp="1"/>
          </p:cNvSpPr>
          <p:nvPr>
            <p:ph type="subTitle" idx="1"/>
          </p:nvPr>
        </p:nvSpPr>
        <p:spPr>
          <a:xfrm>
            <a:off x="558686" y="924561"/>
            <a:ext cx="3990339" cy="2757934"/>
          </a:xfrm>
          <a:prstGeom prst="rect">
            <a:avLst/>
          </a:prstGeom>
        </p:spPr>
        <p:txBody>
          <a:bodyPr spcFirstLastPara="1" wrap="square" lIns="91425" tIns="91425" rIns="91425" bIns="91425" anchor="t" anchorCtr="0">
            <a:noAutofit/>
          </a:bodyPr>
          <a:lstStyle/>
          <a:p>
            <a:r>
              <a:rPr lang="en-US" sz="1800" b="1" dirty="0"/>
              <a:t>0.1</a:t>
            </a:r>
            <a:r>
              <a:rPr lang="en-US" sz="1600" b="1" dirty="0"/>
              <a:t> Importing Required Libraries</a:t>
            </a:r>
          </a:p>
          <a:p>
            <a:pPr marL="457200" marR="0" lvl="0" indent="-317500" algn="l" defTabSz="914400" rtl="0" eaLnBrk="1" fontAlgn="auto" latinLnBrk="0" hangingPunct="1">
              <a:lnSpc>
                <a:spcPct val="115000"/>
              </a:lnSpc>
              <a:spcBef>
                <a:spcPts val="0"/>
              </a:spcBef>
              <a:spcAft>
                <a:spcPts val="0"/>
              </a:spcAft>
              <a:buClr>
                <a:srgbClr val="334157"/>
              </a:buClr>
              <a:buSzPts val="1600"/>
              <a:buFont typeface="DM Sans"/>
              <a:buNone/>
              <a:tabLst/>
              <a:defRPr/>
            </a:pPr>
            <a:r>
              <a:rPr lang="en-US" b="1" dirty="0">
                <a:solidFill>
                  <a:srgbClr val="FF4949"/>
                </a:solidFill>
                <a:cs typeface="Arial"/>
              </a:rPr>
              <a:t>Manipulation &amp; Visualization</a:t>
            </a:r>
            <a:r>
              <a:rPr kumimoji="0" lang="en-US" sz="1400" b="1" i="0" u="none" strike="noStrike" kern="0" cap="none" spc="0" normalizeH="0" baseline="0" noProof="0" dirty="0">
                <a:ln>
                  <a:noFill/>
                </a:ln>
                <a:solidFill>
                  <a:srgbClr val="FF4949"/>
                </a:solidFill>
                <a:effectLst/>
                <a:uLnTx/>
                <a:uFillTx/>
                <a:latin typeface="DM Sans"/>
                <a:cs typeface="Arial"/>
                <a:sym typeface="DM Sans"/>
              </a:rPr>
              <a:t>:</a:t>
            </a:r>
            <a:endParaRPr lang="en-US" sz="1600" b="1" dirty="0"/>
          </a:p>
          <a:p>
            <a:pPr marL="628650" lvl="1" indent="-171450" algn="l" eaLnBrk="0" fontAlgn="base" hangingPunct="0">
              <a:spcBef>
                <a:spcPct val="0"/>
              </a:spcBef>
              <a:spcAft>
                <a:spcPct val="0"/>
              </a:spcAft>
              <a:buClrTx/>
              <a:buSzTx/>
              <a:buFont typeface="Wingdings" panose="05000000000000000000" pitchFamily="2" charset="2"/>
              <a:buChar char="q"/>
            </a:pPr>
            <a:r>
              <a:rPr kumimoji="0" lang="en-US" altLang="en-US" sz="1200" b="1" i="0" u="none" strike="noStrike" cap="none" normalizeH="0" baseline="0" dirty="0">
                <a:ln>
                  <a:noFill/>
                </a:ln>
                <a:solidFill>
                  <a:schemeClr val="tx1"/>
                </a:solidFill>
                <a:effectLst/>
                <a:latin typeface="Arial" panose="020B0604020202020204" pitchFamily="34" charset="0"/>
              </a:rPr>
              <a:t>pandas</a:t>
            </a:r>
            <a:r>
              <a:rPr kumimoji="0" lang="en-US" altLang="en-US" sz="1200" b="0" i="0" u="none" strike="noStrike" cap="none" normalizeH="0" baseline="0" dirty="0">
                <a:ln>
                  <a:noFill/>
                </a:ln>
                <a:solidFill>
                  <a:schemeClr val="tx1"/>
                </a:solidFill>
                <a:effectLst/>
                <a:latin typeface="Arial" panose="020B0604020202020204" pitchFamily="34" charset="0"/>
              </a:rPr>
              <a:t>: Used for data manipulation and analysis.</a:t>
            </a:r>
          </a:p>
          <a:p>
            <a:pPr marL="628650" lvl="1" indent="-171450" algn="l" eaLnBrk="0" fontAlgn="base" hangingPunct="0">
              <a:spcBef>
                <a:spcPct val="0"/>
              </a:spcBef>
              <a:spcAft>
                <a:spcPct val="0"/>
              </a:spcAft>
              <a:buClrTx/>
              <a:buSzTx/>
              <a:buFont typeface="Wingdings" panose="05000000000000000000" pitchFamily="2" charset="2"/>
              <a:buChar char="q"/>
            </a:pPr>
            <a:r>
              <a:rPr kumimoji="0" lang="en-US" altLang="en-US" sz="1200" b="1" i="0" u="none" strike="noStrike" cap="none" normalizeH="0" baseline="0" dirty="0" err="1">
                <a:ln>
                  <a:noFill/>
                </a:ln>
                <a:solidFill>
                  <a:schemeClr val="tx1"/>
                </a:solidFill>
                <a:effectLst/>
                <a:latin typeface="Arial" panose="020B0604020202020204" pitchFamily="34" charset="0"/>
              </a:rPr>
              <a:t>numpy</a:t>
            </a:r>
            <a:r>
              <a:rPr kumimoji="0" lang="en-US" altLang="en-US" sz="1200" b="0" i="0" u="none" strike="noStrike" cap="none" normalizeH="0" baseline="0" dirty="0">
                <a:ln>
                  <a:noFill/>
                </a:ln>
                <a:solidFill>
                  <a:schemeClr val="tx1"/>
                </a:solidFill>
                <a:effectLst/>
                <a:latin typeface="Arial" panose="020B0604020202020204" pitchFamily="34" charset="0"/>
              </a:rPr>
              <a:t>: Provides tools for numerical operations and array handling.</a:t>
            </a:r>
          </a:p>
          <a:p>
            <a:pPr marL="628650" lvl="1" indent="-171450" algn="l" eaLnBrk="0" fontAlgn="base" hangingPunct="0">
              <a:spcBef>
                <a:spcPct val="0"/>
              </a:spcBef>
              <a:spcAft>
                <a:spcPct val="0"/>
              </a:spcAft>
              <a:buClrTx/>
              <a:buSzTx/>
              <a:buFont typeface="Wingdings" panose="05000000000000000000" pitchFamily="2" charset="2"/>
              <a:buChar char="q"/>
            </a:pPr>
            <a:r>
              <a:rPr kumimoji="0" lang="en-US" altLang="en-US" sz="1200" b="1" i="0" u="none" strike="noStrike" cap="none" normalizeH="0" baseline="0" dirty="0">
                <a:ln>
                  <a:noFill/>
                </a:ln>
                <a:solidFill>
                  <a:schemeClr val="tx1"/>
                </a:solidFill>
                <a:effectLst/>
                <a:latin typeface="Arial" panose="020B0604020202020204" pitchFamily="34" charset="0"/>
              </a:rPr>
              <a:t>matplotlib</a:t>
            </a:r>
            <a:r>
              <a:rPr kumimoji="0" lang="en-US" altLang="en-US" sz="1200" b="0" i="0" u="none" strike="noStrike" cap="none" normalizeH="0" baseline="0" dirty="0">
                <a:ln>
                  <a:noFill/>
                </a:ln>
                <a:solidFill>
                  <a:schemeClr val="tx1"/>
                </a:solidFill>
                <a:effectLst/>
                <a:latin typeface="Arial" panose="020B0604020202020204" pitchFamily="34" charset="0"/>
              </a:rPr>
              <a:t>: Used for creating basic plots and visualizations.</a:t>
            </a:r>
          </a:p>
          <a:p>
            <a:pPr marL="628650" lvl="1" indent="-171450" algn="l" eaLnBrk="0" fontAlgn="base" hangingPunct="0">
              <a:spcBef>
                <a:spcPct val="0"/>
              </a:spcBef>
              <a:spcAft>
                <a:spcPct val="0"/>
              </a:spcAft>
              <a:buClrTx/>
              <a:buSzTx/>
              <a:buFont typeface="Wingdings" panose="05000000000000000000" pitchFamily="2" charset="2"/>
              <a:buChar char="q"/>
            </a:pPr>
            <a:r>
              <a:rPr kumimoji="0" lang="en-US" altLang="en-US" sz="1200" b="1" i="0" u="none" strike="noStrike" cap="none" normalizeH="0" baseline="0" dirty="0" err="1">
                <a:ln>
                  <a:noFill/>
                </a:ln>
                <a:solidFill>
                  <a:schemeClr val="tx1"/>
                </a:solidFill>
                <a:effectLst/>
                <a:latin typeface="Arial" panose="020B0604020202020204" pitchFamily="34" charset="0"/>
              </a:rPr>
              <a:t>matplotlib.dates</a:t>
            </a:r>
            <a:r>
              <a:rPr kumimoji="0" lang="en-US" altLang="en-US" sz="1200" b="0" i="0" u="none" strike="noStrike" cap="none" normalizeH="0" baseline="0" dirty="0">
                <a:ln>
                  <a:noFill/>
                </a:ln>
                <a:solidFill>
                  <a:schemeClr val="tx1"/>
                </a:solidFill>
                <a:effectLst/>
                <a:latin typeface="Arial" panose="020B0604020202020204" pitchFamily="34" charset="0"/>
              </a:rPr>
              <a:t>: Helps with formatting and handling date values in plots.</a:t>
            </a:r>
          </a:p>
          <a:p>
            <a:pPr marL="628650" lvl="1" indent="-171450" algn="l" eaLnBrk="0" fontAlgn="base" hangingPunct="0">
              <a:spcBef>
                <a:spcPct val="0"/>
              </a:spcBef>
              <a:spcAft>
                <a:spcPct val="0"/>
              </a:spcAft>
              <a:buClrTx/>
              <a:buSzTx/>
              <a:buFont typeface="Wingdings" panose="05000000000000000000" pitchFamily="2" charset="2"/>
              <a:buChar char="q"/>
            </a:pPr>
            <a:r>
              <a:rPr kumimoji="0" lang="en-US" altLang="en-US" sz="1200" b="1" i="0" u="none" strike="noStrike" cap="none" normalizeH="0" baseline="0" dirty="0">
                <a:ln>
                  <a:noFill/>
                </a:ln>
                <a:solidFill>
                  <a:schemeClr val="tx1"/>
                </a:solidFill>
                <a:effectLst/>
                <a:latin typeface="Arial" panose="020B0604020202020204" pitchFamily="34" charset="0"/>
              </a:rPr>
              <a:t>seaborn</a:t>
            </a:r>
            <a:r>
              <a:rPr kumimoji="0" lang="en-US" altLang="en-US" sz="1200" b="0" i="0" u="none" strike="noStrike" cap="none" normalizeH="0" baseline="0" dirty="0">
                <a:ln>
                  <a:noFill/>
                </a:ln>
                <a:solidFill>
                  <a:schemeClr val="tx1"/>
                </a:solidFill>
                <a:effectLst/>
                <a:latin typeface="Arial" panose="020B0604020202020204" pitchFamily="34" charset="0"/>
              </a:rPr>
              <a:t>: Used for creating advanced and attractive data visualizations</a:t>
            </a:r>
          </a:p>
          <a:p>
            <a:pPr marL="596900" lvl="1" indent="0" algn="l"/>
            <a:r>
              <a:rPr lang="en-US" sz="1200" dirty="0"/>
              <a:t>ort pandas as pd</a:t>
            </a:r>
            <a:br>
              <a:rPr lang="en-US" sz="1400" dirty="0"/>
            </a:br>
            <a:endParaRPr lang="en-US" sz="1400" dirty="0"/>
          </a:p>
        </p:txBody>
      </p:sp>
      <p:sp>
        <p:nvSpPr>
          <p:cNvPr id="2" name="Rectangle 1"/>
          <p:cNvSpPr/>
          <p:nvPr/>
        </p:nvSpPr>
        <p:spPr>
          <a:xfrm>
            <a:off x="710193" y="3803405"/>
            <a:ext cx="4348480" cy="1072730"/>
          </a:xfrm>
          <a:prstGeom prst="rect">
            <a:avLst/>
          </a:prstGeom>
        </p:spPr>
        <p:txBody>
          <a:bodyPr wrap="square">
            <a:spAutoFit/>
          </a:bodyPr>
          <a:lstStyle/>
          <a:p>
            <a:pPr marL="457200" marR="0" indent="-320040" algn="l" rtl="0" eaLnBrk="1" fontAlgn="auto" latinLnBrk="0" hangingPunct="1">
              <a:lnSpc>
                <a:spcPct val="115000"/>
              </a:lnSpc>
              <a:buNone/>
            </a:pPr>
            <a:r>
              <a:rPr lang="en-US" b="1" i="0" spc="0" baseline="0" dirty="0">
                <a:ln>
                  <a:noFill/>
                </a:ln>
                <a:solidFill>
                  <a:schemeClr val="accent2"/>
                </a:solidFill>
                <a:effectLst/>
                <a:latin typeface="DM Sans" pitchFamily="2" charset="0"/>
                <a:ea typeface="Arial" panose="020B0604020202020204" pitchFamily="34" charset="0"/>
                <a:cs typeface="Arial" panose="020B0604020202020204" pitchFamily="34" charset="0"/>
              </a:rPr>
              <a:t>Performance Evaluation:</a:t>
            </a:r>
          </a:p>
          <a:p>
            <a:pPr marL="422910" lvl="2" indent="-285750">
              <a:lnSpc>
                <a:spcPct val="115000"/>
              </a:lnSpc>
              <a:buFont typeface="Wingdings" panose="05000000000000000000" pitchFamily="2" charset="2"/>
              <a:buChar char="q"/>
            </a:pPr>
            <a:r>
              <a:rPr lang="en-US" b="1" i="0" spc="0" baseline="0" dirty="0" err="1">
                <a:ln>
                  <a:noFill/>
                </a:ln>
                <a:solidFill>
                  <a:srgbClr val="334157"/>
                </a:solidFill>
                <a:effectLst/>
                <a:latin typeface="DM Sans" pitchFamily="2" charset="0"/>
                <a:ea typeface="Arial" panose="020B0604020202020204" pitchFamily="34" charset="0"/>
                <a:cs typeface="Arial" panose="020B0604020202020204" pitchFamily="34" charset="0"/>
              </a:rPr>
              <a:t>mean_squared_error</a:t>
            </a:r>
            <a:r>
              <a:rPr lang="en-US" b="1" i="0" spc="0" baseline="0" dirty="0">
                <a:ln>
                  <a:noFill/>
                </a:ln>
                <a:solidFill>
                  <a:srgbClr val="334157"/>
                </a:solidFill>
                <a:effectLst/>
                <a:latin typeface="DM Sans" pitchFamily="2" charset="0"/>
                <a:ea typeface="Arial" panose="020B0604020202020204" pitchFamily="34" charset="0"/>
                <a:cs typeface="Arial" panose="020B0604020202020204" pitchFamily="34" charset="0"/>
              </a:rPr>
              <a:t>, r2_score: </a:t>
            </a:r>
            <a:r>
              <a:rPr lang="en-US" i="0" spc="0" baseline="0" dirty="0">
                <a:ln>
                  <a:noFill/>
                </a:ln>
                <a:solidFill>
                  <a:srgbClr val="334157"/>
                </a:solidFill>
                <a:effectLst/>
                <a:latin typeface="DM Sans" pitchFamily="2" charset="0"/>
                <a:ea typeface="Arial" panose="020B0604020202020204" pitchFamily="34" charset="0"/>
                <a:cs typeface="Arial" panose="020B0604020202020204" pitchFamily="34" charset="0"/>
              </a:rPr>
              <a:t>Used for evaluating model performance by measuring error and prediction accuracy.</a:t>
            </a:r>
          </a:p>
        </p:txBody>
      </p:sp>
      <p:sp>
        <p:nvSpPr>
          <p:cNvPr id="5" name="Rectangle 4">
            <a:extLst>
              <a:ext uri="{FF2B5EF4-FFF2-40B4-BE49-F238E27FC236}">
                <a16:creationId xmlns:a16="http://schemas.microsoft.com/office/drawing/2014/main" id="{2C8BFA14-9C8D-EDE0-B5C9-18E72370BEC3}"/>
              </a:ext>
            </a:extLst>
          </p:cNvPr>
          <p:cNvSpPr/>
          <p:nvPr/>
        </p:nvSpPr>
        <p:spPr>
          <a:xfrm>
            <a:off x="4326982" y="1221603"/>
            <a:ext cx="4348480" cy="3322448"/>
          </a:xfrm>
          <a:prstGeom prst="rect">
            <a:avLst/>
          </a:prstGeom>
        </p:spPr>
        <p:txBody>
          <a:bodyPr wrap="square">
            <a:spAutoFit/>
          </a:bodyPr>
          <a:lstStyle/>
          <a:p>
            <a:pPr marL="457200" marR="0" lvl="0" indent="-317500" algn="l" defTabSz="914400" rtl="0" eaLnBrk="1" fontAlgn="auto" latinLnBrk="0" hangingPunct="1">
              <a:lnSpc>
                <a:spcPct val="115000"/>
              </a:lnSpc>
              <a:spcBef>
                <a:spcPts val="0"/>
              </a:spcBef>
              <a:spcAft>
                <a:spcPts val="0"/>
              </a:spcAft>
              <a:buClr>
                <a:srgbClr val="334157"/>
              </a:buClr>
              <a:buSzPts val="1600"/>
              <a:buFont typeface="DM Sans"/>
              <a:buNone/>
              <a:tabLst/>
              <a:defRPr/>
            </a:pPr>
            <a:r>
              <a:rPr kumimoji="0" lang="en-US" b="1" i="0" u="none" strike="noStrike" kern="0" cap="none" spc="0" normalizeH="0" baseline="0" noProof="0" dirty="0" err="1">
                <a:ln>
                  <a:noFill/>
                </a:ln>
                <a:solidFill>
                  <a:schemeClr val="accent2"/>
                </a:solidFill>
                <a:effectLst/>
                <a:uLnTx/>
                <a:uFillTx/>
                <a:latin typeface="DM Sans"/>
                <a:sym typeface="DM Sans"/>
              </a:rPr>
              <a:t>MachineLearningModels</a:t>
            </a:r>
            <a:r>
              <a:rPr kumimoji="0" lang="en-US" b="1" i="0" u="none" strike="noStrike" kern="0" cap="none" spc="0" normalizeH="0" baseline="0" noProof="0" dirty="0">
                <a:ln>
                  <a:noFill/>
                </a:ln>
                <a:solidFill>
                  <a:schemeClr val="accent2"/>
                </a:solidFill>
                <a:effectLst/>
                <a:uLnTx/>
                <a:uFillTx/>
                <a:latin typeface="DM Sans"/>
                <a:sym typeface="DM Sans"/>
              </a:rPr>
              <a:t>:</a:t>
            </a:r>
          </a:p>
          <a:p>
            <a:pPr marL="311150" marR="0" lvl="0" indent="-171450" algn="l" defTabSz="914400" rtl="0" eaLnBrk="1" fontAlgn="auto" latinLnBrk="0" hangingPunct="1">
              <a:lnSpc>
                <a:spcPct val="115000"/>
              </a:lnSpc>
              <a:spcBef>
                <a:spcPts val="0"/>
              </a:spcBef>
              <a:spcAft>
                <a:spcPts val="0"/>
              </a:spcAft>
              <a:buClr>
                <a:srgbClr val="334157"/>
              </a:buClr>
              <a:buSzPts val="1600"/>
              <a:buFont typeface="Wingdings" panose="05000000000000000000" pitchFamily="2" charset="2"/>
              <a:buChar char="q"/>
              <a:tabLst/>
              <a:defRPr/>
            </a:pPr>
            <a:r>
              <a:rPr kumimoji="0" lang="en-US" sz="1200" b="1" i="0" u="none" strike="noStrike" kern="0" cap="none" spc="0" normalizeH="0" baseline="0" noProof="0" dirty="0" err="1">
                <a:ln>
                  <a:noFill/>
                </a:ln>
                <a:solidFill>
                  <a:srgbClr val="334157"/>
                </a:solidFill>
                <a:effectLst/>
                <a:uLnTx/>
                <a:uFillTx/>
                <a:latin typeface="DM Sans"/>
                <a:sym typeface="DM Sans"/>
              </a:rPr>
              <a:t>ExtraTreesRegressor</a:t>
            </a:r>
            <a:r>
              <a:rPr kumimoji="0" lang="en-US" sz="1200" b="1" i="0" u="none" strike="noStrike" kern="0" cap="none" spc="0" normalizeH="0" baseline="0" noProof="0" dirty="0">
                <a:ln>
                  <a:noFill/>
                </a:ln>
                <a:solidFill>
                  <a:srgbClr val="334157"/>
                </a:solidFill>
                <a:effectLst/>
                <a:uLnTx/>
                <a:uFillTx/>
                <a:latin typeface="DM Sans"/>
                <a:sym typeface="DM Sans"/>
              </a:rPr>
              <a:t>: </a:t>
            </a:r>
            <a:r>
              <a:rPr kumimoji="0" lang="en-US" sz="1200" i="0" u="none" strike="noStrike" kern="0" cap="none" spc="0" normalizeH="0" baseline="0" noProof="0" dirty="0">
                <a:ln>
                  <a:noFill/>
                </a:ln>
                <a:solidFill>
                  <a:srgbClr val="334157"/>
                </a:solidFill>
                <a:effectLst/>
                <a:uLnTx/>
                <a:uFillTx/>
                <a:latin typeface="DM Sans"/>
                <a:sym typeface="DM Sans"/>
              </a:rPr>
              <a:t>For feature importance and regression modeling.</a:t>
            </a:r>
          </a:p>
          <a:p>
            <a:pPr marL="311150" marR="0" lvl="0" indent="-171450" algn="l" defTabSz="914400" rtl="0" eaLnBrk="1" fontAlgn="auto" latinLnBrk="0" hangingPunct="1">
              <a:lnSpc>
                <a:spcPct val="115000"/>
              </a:lnSpc>
              <a:spcBef>
                <a:spcPts val="0"/>
              </a:spcBef>
              <a:spcAft>
                <a:spcPts val="0"/>
              </a:spcAft>
              <a:buClr>
                <a:srgbClr val="334157"/>
              </a:buClr>
              <a:buSzPts val="1600"/>
              <a:buFont typeface="Wingdings" panose="05000000000000000000" pitchFamily="2" charset="2"/>
              <a:buChar char="q"/>
              <a:tabLst/>
              <a:defRPr/>
            </a:pPr>
            <a:r>
              <a:rPr lang="en-US" sz="1200" dirty="0">
                <a:solidFill>
                  <a:srgbClr val="334157"/>
                </a:solidFill>
                <a:latin typeface="DM Sans"/>
                <a:sym typeface="DM Sans"/>
              </a:rPr>
              <a:t> </a:t>
            </a:r>
            <a:r>
              <a:rPr lang="en-US" sz="1200" b="1" dirty="0" err="1">
                <a:solidFill>
                  <a:srgbClr val="334157"/>
                </a:solidFill>
                <a:latin typeface="DM Sans"/>
                <a:sym typeface="DM Sans"/>
              </a:rPr>
              <a:t>Train_Test_Split</a:t>
            </a:r>
            <a:r>
              <a:rPr lang="en-US" sz="1200" b="1" dirty="0">
                <a:solidFill>
                  <a:srgbClr val="334157"/>
                </a:solidFill>
                <a:latin typeface="DM Sans"/>
                <a:sym typeface="DM Sans"/>
              </a:rPr>
              <a:t>: </a:t>
            </a:r>
            <a:r>
              <a:rPr lang="en-US" sz="1200" dirty="0">
                <a:solidFill>
                  <a:srgbClr val="334157"/>
                </a:solidFill>
                <a:latin typeface="DM Sans"/>
                <a:sym typeface="DM Sans"/>
              </a:rPr>
              <a:t>Use for </a:t>
            </a:r>
            <a:r>
              <a:rPr lang="en-US" sz="1200" dirty="0" err="1">
                <a:solidFill>
                  <a:srgbClr val="334157"/>
                </a:solidFill>
                <a:latin typeface="DM Sans"/>
                <a:sym typeface="DM Sans"/>
              </a:rPr>
              <a:t>spling</a:t>
            </a:r>
            <a:r>
              <a:rPr lang="en-US" sz="1200" dirty="0">
                <a:solidFill>
                  <a:srgbClr val="334157"/>
                </a:solidFill>
                <a:latin typeface="DM Sans"/>
                <a:sym typeface="DM Sans"/>
              </a:rPr>
              <a:t> data to train </a:t>
            </a:r>
            <a:r>
              <a:rPr lang="en-US" sz="1200">
                <a:solidFill>
                  <a:srgbClr val="334157"/>
                </a:solidFill>
                <a:latin typeface="DM Sans"/>
                <a:sym typeface="DM Sans"/>
              </a:rPr>
              <a:t>and test </a:t>
            </a:r>
            <a:endParaRPr kumimoji="0" lang="en-US" sz="1200" b="1" i="0" u="none" strike="noStrike" kern="0" cap="none" spc="0" normalizeH="0" baseline="0" noProof="0" dirty="0">
              <a:ln>
                <a:noFill/>
              </a:ln>
              <a:solidFill>
                <a:srgbClr val="334157"/>
              </a:solidFill>
              <a:effectLst/>
              <a:uLnTx/>
              <a:uFillTx/>
              <a:latin typeface="DM Sans"/>
              <a:sym typeface="DM Sans"/>
            </a:endParaRPr>
          </a:p>
          <a:p>
            <a:pPr marL="311150" marR="0" lvl="0" indent="-171450" algn="l" defTabSz="914400" rtl="0" eaLnBrk="1" fontAlgn="auto" latinLnBrk="0" hangingPunct="1">
              <a:lnSpc>
                <a:spcPct val="115000"/>
              </a:lnSpc>
              <a:spcBef>
                <a:spcPts val="0"/>
              </a:spcBef>
              <a:spcAft>
                <a:spcPts val="0"/>
              </a:spcAft>
              <a:buClr>
                <a:srgbClr val="334157"/>
              </a:buClr>
              <a:buSzPts val="1600"/>
              <a:buFont typeface="Wingdings" panose="05000000000000000000" pitchFamily="2" charset="2"/>
              <a:buChar char="q"/>
              <a:tabLst/>
              <a:defRPr/>
            </a:pPr>
            <a:r>
              <a:rPr kumimoji="0" lang="en-US" sz="1200" b="1" i="0" u="none" strike="noStrike" kern="0" cap="none" spc="0" normalizeH="0" baseline="0" noProof="0" dirty="0" err="1">
                <a:ln>
                  <a:noFill/>
                </a:ln>
                <a:solidFill>
                  <a:srgbClr val="334157"/>
                </a:solidFill>
                <a:effectLst/>
                <a:uLnTx/>
                <a:uFillTx/>
                <a:latin typeface="DM Sans"/>
                <a:sym typeface="DM Sans"/>
              </a:rPr>
              <a:t>LinearRegression</a:t>
            </a:r>
            <a:r>
              <a:rPr kumimoji="0" lang="en-US" sz="1200" b="1" i="0" u="none" strike="noStrike" kern="0" cap="none" spc="0" normalizeH="0" baseline="0" noProof="0" dirty="0">
                <a:ln>
                  <a:noFill/>
                </a:ln>
                <a:solidFill>
                  <a:srgbClr val="334157"/>
                </a:solidFill>
                <a:effectLst/>
                <a:uLnTx/>
                <a:uFillTx/>
                <a:latin typeface="DM Sans"/>
                <a:sym typeface="DM Sans"/>
              </a:rPr>
              <a:t>: </a:t>
            </a:r>
            <a:r>
              <a:rPr kumimoji="0" lang="en-US" sz="1200" i="0" u="none" strike="noStrike" kern="0" cap="none" spc="0" normalizeH="0" baseline="0" noProof="0" dirty="0">
                <a:ln>
                  <a:noFill/>
                </a:ln>
                <a:solidFill>
                  <a:srgbClr val="334157"/>
                </a:solidFill>
                <a:effectLst/>
                <a:uLnTx/>
                <a:uFillTx/>
                <a:latin typeface="DM Sans"/>
                <a:sym typeface="DM Sans"/>
              </a:rPr>
              <a:t>Used for building linear regression models.</a:t>
            </a:r>
          </a:p>
          <a:p>
            <a:pPr marL="311150" marR="0" lvl="0" indent="-171450" algn="l" defTabSz="914400" rtl="0" eaLnBrk="1" fontAlgn="auto" latinLnBrk="0" hangingPunct="1">
              <a:lnSpc>
                <a:spcPct val="115000"/>
              </a:lnSpc>
              <a:spcBef>
                <a:spcPts val="0"/>
              </a:spcBef>
              <a:spcAft>
                <a:spcPts val="0"/>
              </a:spcAft>
              <a:buClr>
                <a:srgbClr val="334157"/>
              </a:buClr>
              <a:buSzPts val="1600"/>
              <a:buFont typeface="Wingdings" panose="05000000000000000000" pitchFamily="2" charset="2"/>
              <a:buChar char="q"/>
              <a:tabLst/>
              <a:defRPr/>
            </a:pPr>
            <a:r>
              <a:rPr kumimoji="0" lang="en-US" sz="1200" b="1" i="0" u="none" strike="noStrike" kern="0" cap="none" spc="0" normalizeH="0" baseline="0" noProof="0" dirty="0">
                <a:ln>
                  <a:noFill/>
                </a:ln>
                <a:solidFill>
                  <a:srgbClr val="334157"/>
                </a:solidFill>
                <a:effectLst/>
                <a:uLnTx/>
                <a:uFillTx/>
                <a:latin typeface="DM Sans"/>
                <a:sym typeface="DM Sans"/>
              </a:rPr>
              <a:t>DecisionTreeRegressor</a:t>
            </a:r>
            <a:r>
              <a:rPr kumimoji="0" lang="en-US" sz="1200" i="0" u="none" strike="noStrike" kern="0" cap="none" spc="0" normalizeH="0" baseline="0" noProof="0" dirty="0">
                <a:ln>
                  <a:noFill/>
                </a:ln>
                <a:solidFill>
                  <a:srgbClr val="334157"/>
                </a:solidFill>
                <a:effectLst/>
                <a:uLnTx/>
                <a:uFillTx/>
                <a:latin typeface="DM Sans"/>
                <a:sym typeface="DM Sans"/>
              </a:rPr>
              <a:t>: For regression modeling using decision trees.</a:t>
            </a:r>
          </a:p>
          <a:p>
            <a:pPr marL="311150" marR="0" lvl="0" indent="-171450" algn="l" defTabSz="914400" rtl="0" eaLnBrk="1" fontAlgn="auto" latinLnBrk="0" hangingPunct="1">
              <a:lnSpc>
                <a:spcPct val="115000"/>
              </a:lnSpc>
              <a:spcBef>
                <a:spcPts val="0"/>
              </a:spcBef>
              <a:spcAft>
                <a:spcPts val="0"/>
              </a:spcAft>
              <a:buClr>
                <a:srgbClr val="334157"/>
              </a:buClr>
              <a:buSzPts val="1600"/>
              <a:buFont typeface="Wingdings" panose="05000000000000000000" pitchFamily="2" charset="2"/>
              <a:buChar char="q"/>
              <a:tabLst/>
              <a:defRPr/>
            </a:pPr>
            <a:r>
              <a:rPr kumimoji="0" lang="en-US" sz="1200" b="1" i="0" u="none" strike="noStrike" kern="0" cap="none" spc="0" normalizeH="0" baseline="0" noProof="0" dirty="0" err="1">
                <a:ln>
                  <a:noFill/>
                </a:ln>
                <a:solidFill>
                  <a:srgbClr val="334157"/>
                </a:solidFill>
                <a:effectLst/>
                <a:uLnTx/>
                <a:uFillTx/>
                <a:latin typeface="DM Sans"/>
                <a:sym typeface="DM Sans"/>
              </a:rPr>
              <a:t>RandomForestRegressor</a:t>
            </a:r>
            <a:r>
              <a:rPr kumimoji="0" lang="en-US" sz="1200" b="1" i="0" u="none" strike="noStrike" kern="0" cap="none" spc="0" normalizeH="0" baseline="0" noProof="0" dirty="0">
                <a:ln>
                  <a:noFill/>
                </a:ln>
                <a:solidFill>
                  <a:srgbClr val="334157"/>
                </a:solidFill>
                <a:effectLst/>
                <a:uLnTx/>
                <a:uFillTx/>
                <a:latin typeface="DM Sans"/>
                <a:sym typeface="DM Sans"/>
              </a:rPr>
              <a:t>: </a:t>
            </a:r>
            <a:r>
              <a:rPr kumimoji="0" lang="en-US" sz="1200" i="0" u="none" strike="noStrike" kern="0" cap="none" spc="0" normalizeH="0" baseline="0" noProof="0" dirty="0">
                <a:ln>
                  <a:noFill/>
                </a:ln>
                <a:solidFill>
                  <a:srgbClr val="334157"/>
                </a:solidFill>
                <a:effectLst/>
                <a:uLnTx/>
                <a:uFillTx/>
                <a:latin typeface="DM Sans"/>
                <a:sym typeface="DM Sans"/>
              </a:rPr>
              <a:t>For regression modeling using random forests.</a:t>
            </a:r>
          </a:p>
          <a:p>
            <a:pPr marL="311150" marR="0" lvl="0" indent="-171450" algn="l" defTabSz="914400" rtl="0" eaLnBrk="1" fontAlgn="auto" latinLnBrk="0" hangingPunct="1">
              <a:lnSpc>
                <a:spcPct val="115000"/>
              </a:lnSpc>
              <a:spcBef>
                <a:spcPts val="0"/>
              </a:spcBef>
              <a:spcAft>
                <a:spcPts val="0"/>
              </a:spcAft>
              <a:buClr>
                <a:srgbClr val="334157"/>
              </a:buClr>
              <a:buSzPts val="1600"/>
              <a:buFont typeface="Wingdings" panose="05000000000000000000" pitchFamily="2" charset="2"/>
              <a:buChar char="q"/>
              <a:tabLst/>
              <a:defRPr/>
            </a:pPr>
            <a:r>
              <a:rPr kumimoji="0" lang="en-US" sz="1200" b="1" i="0" u="none" strike="noStrike" kern="0" cap="none" spc="0" normalizeH="0" baseline="0" noProof="0" dirty="0" err="1">
                <a:ln>
                  <a:noFill/>
                </a:ln>
                <a:solidFill>
                  <a:srgbClr val="334157"/>
                </a:solidFill>
                <a:effectLst/>
                <a:uLnTx/>
                <a:uFillTx/>
                <a:latin typeface="DM Sans"/>
                <a:sym typeface="DM Sans"/>
              </a:rPr>
              <a:t>GradientBoostingRegressor</a:t>
            </a:r>
            <a:r>
              <a:rPr kumimoji="0" lang="en-US" sz="1200" b="1" i="0" u="none" strike="noStrike" kern="0" cap="none" spc="0" normalizeH="0" baseline="0" noProof="0" dirty="0">
                <a:ln>
                  <a:noFill/>
                </a:ln>
                <a:solidFill>
                  <a:srgbClr val="334157"/>
                </a:solidFill>
                <a:effectLst/>
                <a:uLnTx/>
                <a:uFillTx/>
                <a:latin typeface="DM Sans"/>
                <a:sym typeface="DM Sans"/>
              </a:rPr>
              <a:t>: </a:t>
            </a:r>
            <a:r>
              <a:rPr kumimoji="0" lang="en-US" sz="1200" i="0" u="none" strike="noStrike" kern="0" cap="none" spc="0" normalizeH="0" baseline="0" noProof="0" dirty="0">
                <a:ln>
                  <a:noFill/>
                </a:ln>
                <a:solidFill>
                  <a:srgbClr val="334157"/>
                </a:solidFill>
                <a:effectLst/>
                <a:uLnTx/>
                <a:uFillTx/>
                <a:latin typeface="DM Sans"/>
                <a:sym typeface="DM Sans"/>
              </a:rPr>
              <a:t>For regression modeling using boosting techniques.</a:t>
            </a:r>
          </a:p>
          <a:p>
            <a:endParaRPr lang="en-US" b="1" dirty="0">
              <a:solidFill>
                <a:srgbClr val="334157"/>
              </a:solidFill>
            </a:endParaRPr>
          </a:p>
          <a:p>
            <a:endParaRPr lang="en-US" b="1" dirty="0">
              <a:solidFill>
                <a:srgbClr val="334157"/>
              </a:solidFill>
            </a:endParaRPr>
          </a:p>
          <a:p>
            <a:endParaRPr lang="en-US" b="1" dirty="0">
              <a:solidFill>
                <a:srgbClr val="334157"/>
              </a:solidFill>
            </a:endParaRPr>
          </a:p>
        </p:txBody>
      </p:sp>
      <p:grpSp>
        <p:nvGrpSpPr>
          <p:cNvPr id="7" name="Google Shape;1354;p46">
            <a:extLst>
              <a:ext uri="{FF2B5EF4-FFF2-40B4-BE49-F238E27FC236}">
                <a16:creationId xmlns:a16="http://schemas.microsoft.com/office/drawing/2014/main" id="{A27C55EF-2BC5-BF0D-162E-FBE3F6FFF665}"/>
              </a:ext>
            </a:extLst>
          </p:cNvPr>
          <p:cNvGrpSpPr/>
          <p:nvPr/>
        </p:nvGrpSpPr>
        <p:grpSpPr>
          <a:xfrm>
            <a:off x="7411453" y="3497178"/>
            <a:ext cx="1740568" cy="1530477"/>
            <a:chOff x="4977785" y="924631"/>
            <a:chExt cx="3460669" cy="3679360"/>
          </a:xfrm>
        </p:grpSpPr>
        <p:grpSp>
          <p:nvGrpSpPr>
            <p:cNvPr id="8" name="Google Shape;1355;p46">
              <a:extLst>
                <a:ext uri="{FF2B5EF4-FFF2-40B4-BE49-F238E27FC236}">
                  <a16:creationId xmlns:a16="http://schemas.microsoft.com/office/drawing/2014/main" id="{3F5A2440-99B5-141F-5637-A6F68729FC2E}"/>
                </a:ext>
              </a:extLst>
            </p:cNvPr>
            <p:cNvGrpSpPr/>
            <p:nvPr/>
          </p:nvGrpSpPr>
          <p:grpSpPr>
            <a:xfrm>
              <a:off x="5409492" y="1599100"/>
              <a:ext cx="1988668" cy="1400059"/>
              <a:chOff x="3622711" y="1331469"/>
              <a:chExt cx="959226" cy="675313"/>
            </a:xfrm>
          </p:grpSpPr>
          <p:sp>
            <p:nvSpPr>
              <p:cNvPr id="66" name="Google Shape;1356;p46">
                <a:extLst>
                  <a:ext uri="{FF2B5EF4-FFF2-40B4-BE49-F238E27FC236}">
                    <a16:creationId xmlns:a16="http://schemas.microsoft.com/office/drawing/2014/main" id="{4C737C96-8E42-5A6F-8E5D-D358E283C1AE}"/>
                  </a:ext>
                </a:extLst>
              </p:cNvPr>
              <p:cNvSpPr/>
              <p:nvPr/>
            </p:nvSpPr>
            <p:spPr>
              <a:xfrm>
                <a:off x="3622711" y="1331469"/>
                <a:ext cx="959226" cy="675313"/>
              </a:xfrm>
              <a:custGeom>
                <a:avLst/>
                <a:gdLst/>
                <a:ahLst/>
                <a:cxnLst/>
                <a:rect l="l" t="t" r="r" b="b"/>
                <a:pathLst>
                  <a:path w="517" h="365" extrusionOk="0">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1357;p46">
                <a:extLst>
                  <a:ext uri="{FF2B5EF4-FFF2-40B4-BE49-F238E27FC236}">
                    <a16:creationId xmlns:a16="http://schemas.microsoft.com/office/drawing/2014/main" id="{3E197B67-0188-34D0-0F04-DC3BD696F052}"/>
                  </a:ext>
                </a:extLst>
              </p:cNvPr>
              <p:cNvSpPr/>
              <p:nvPr/>
            </p:nvSpPr>
            <p:spPr>
              <a:xfrm>
                <a:off x="3728165" y="1367972"/>
                <a:ext cx="750345" cy="332586"/>
              </a:xfrm>
              <a:custGeom>
                <a:avLst/>
                <a:gdLst/>
                <a:ahLst/>
                <a:cxnLst/>
                <a:rect l="l" t="t" r="r" b="b"/>
                <a:pathLst>
                  <a:path w="370" h="164" extrusionOk="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rgbClr val="41578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1358;p46">
                <a:extLst>
                  <a:ext uri="{FF2B5EF4-FFF2-40B4-BE49-F238E27FC236}">
                    <a16:creationId xmlns:a16="http://schemas.microsoft.com/office/drawing/2014/main" id="{FA80D9D5-8D87-9D3C-E111-5F1852D15D4F}"/>
                  </a:ext>
                </a:extLst>
              </p:cNvPr>
              <p:cNvSpPr/>
              <p:nvPr/>
            </p:nvSpPr>
            <p:spPr>
              <a:xfrm>
                <a:off x="3963408" y="1513985"/>
                <a:ext cx="363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1359;p46">
                <a:extLst>
                  <a:ext uri="{FF2B5EF4-FFF2-40B4-BE49-F238E27FC236}">
                    <a16:creationId xmlns:a16="http://schemas.microsoft.com/office/drawing/2014/main" id="{9FC5383C-1BBE-FFF9-D032-4C78408E9BDE}"/>
                  </a:ext>
                </a:extLst>
              </p:cNvPr>
              <p:cNvSpPr/>
              <p:nvPr/>
            </p:nvSpPr>
            <p:spPr>
              <a:xfrm>
                <a:off x="4083059" y="1597131"/>
                <a:ext cx="36300" cy="387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1360;p46">
                <a:extLst>
                  <a:ext uri="{FF2B5EF4-FFF2-40B4-BE49-F238E27FC236}">
                    <a16:creationId xmlns:a16="http://schemas.microsoft.com/office/drawing/2014/main" id="{9ED0DB82-90BE-CD7E-B0A6-B8EA8C32C4B1}"/>
                  </a:ext>
                </a:extLst>
              </p:cNvPr>
              <p:cNvSpPr/>
              <p:nvPr/>
            </p:nvSpPr>
            <p:spPr>
              <a:xfrm>
                <a:off x="4208792" y="1445035"/>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1361;p46">
                <a:extLst>
                  <a:ext uri="{FF2B5EF4-FFF2-40B4-BE49-F238E27FC236}">
                    <a16:creationId xmlns:a16="http://schemas.microsoft.com/office/drawing/2014/main" id="{DFDD0620-C250-9B26-12C2-94C95399A7B7}"/>
                  </a:ext>
                </a:extLst>
              </p:cNvPr>
              <p:cNvSpPr/>
              <p:nvPr/>
            </p:nvSpPr>
            <p:spPr>
              <a:xfrm>
                <a:off x="4332497" y="1516013"/>
                <a:ext cx="387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1362;p46">
                <a:extLst>
                  <a:ext uri="{FF2B5EF4-FFF2-40B4-BE49-F238E27FC236}">
                    <a16:creationId xmlns:a16="http://schemas.microsoft.com/office/drawing/2014/main" id="{6ED084D6-ACD6-4963-E114-FF2CAEF6AC6C}"/>
                  </a:ext>
                </a:extLst>
              </p:cNvPr>
              <p:cNvSpPr/>
              <p:nvPr/>
            </p:nvSpPr>
            <p:spPr>
              <a:xfrm>
                <a:off x="4458231" y="1351748"/>
                <a:ext cx="36300" cy="363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1363;p46">
                <a:extLst>
                  <a:ext uri="{FF2B5EF4-FFF2-40B4-BE49-F238E27FC236}">
                    <a16:creationId xmlns:a16="http://schemas.microsoft.com/office/drawing/2014/main" id="{B278CC8B-1E24-4466-5FB3-BC883CD0E34F}"/>
                  </a:ext>
                </a:extLst>
              </p:cNvPr>
              <p:cNvSpPr/>
              <p:nvPr/>
            </p:nvSpPr>
            <p:spPr>
              <a:xfrm>
                <a:off x="3709914" y="1678250"/>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1364;p46">
                <a:extLst>
                  <a:ext uri="{FF2B5EF4-FFF2-40B4-BE49-F238E27FC236}">
                    <a16:creationId xmlns:a16="http://schemas.microsoft.com/office/drawing/2014/main" id="{C0D96836-2C5D-7ABB-604E-6E0A029D6F20}"/>
                  </a:ext>
                </a:extLst>
              </p:cNvPr>
              <p:cNvSpPr/>
              <p:nvPr/>
            </p:nvSpPr>
            <p:spPr>
              <a:xfrm>
                <a:off x="3701802" y="1765453"/>
                <a:ext cx="66923" cy="152098"/>
              </a:xfrm>
              <a:custGeom>
                <a:avLst/>
                <a:gdLst/>
                <a:ahLst/>
                <a:cxnLst/>
                <a:rect l="l" t="t" r="r" b="b"/>
                <a:pathLst>
                  <a:path w="36" h="83" extrusionOk="0">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1365;p46">
                <a:extLst>
                  <a:ext uri="{FF2B5EF4-FFF2-40B4-BE49-F238E27FC236}">
                    <a16:creationId xmlns:a16="http://schemas.microsoft.com/office/drawing/2014/main" id="{438AD18A-EBD8-8F12-190E-97D0D288368A}"/>
                  </a:ext>
                </a:extLst>
              </p:cNvPr>
              <p:cNvSpPr/>
              <p:nvPr/>
            </p:nvSpPr>
            <p:spPr>
              <a:xfrm>
                <a:off x="3825507" y="1694474"/>
                <a:ext cx="66923" cy="223076"/>
              </a:xfrm>
              <a:custGeom>
                <a:avLst/>
                <a:gdLst/>
                <a:ahLst/>
                <a:cxnLst/>
                <a:rect l="l" t="t" r="r" b="b"/>
                <a:pathLst>
                  <a:path w="36" h="121" extrusionOk="0">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1366;p46">
                <a:extLst>
                  <a:ext uri="{FF2B5EF4-FFF2-40B4-BE49-F238E27FC236}">
                    <a16:creationId xmlns:a16="http://schemas.microsoft.com/office/drawing/2014/main" id="{F91552BF-4408-B0E1-B55A-131E15DC2D19}"/>
                  </a:ext>
                </a:extLst>
              </p:cNvPr>
              <p:cNvSpPr/>
              <p:nvPr/>
            </p:nvSpPr>
            <p:spPr>
              <a:xfrm>
                <a:off x="3947185" y="1621467"/>
                <a:ext cx="66923" cy="296083"/>
              </a:xfrm>
              <a:custGeom>
                <a:avLst/>
                <a:gdLst/>
                <a:ahLst/>
                <a:cxnLst/>
                <a:rect l="l" t="t" r="r" b="b"/>
                <a:pathLst>
                  <a:path w="36" h="160" extrusionOk="0">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1367;p46">
                <a:extLst>
                  <a:ext uri="{FF2B5EF4-FFF2-40B4-BE49-F238E27FC236}">
                    <a16:creationId xmlns:a16="http://schemas.microsoft.com/office/drawing/2014/main" id="{F340B587-1F81-F73E-C214-B99E9BE98E2C}"/>
                  </a:ext>
                </a:extLst>
              </p:cNvPr>
              <p:cNvSpPr/>
              <p:nvPr/>
            </p:nvSpPr>
            <p:spPr>
              <a:xfrm>
                <a:off x="4072918" y="1678250"/>
                <a:ext cx="64895" cy="239300"/>
              </a:xfrm>
              <a:custGeom>
                <a:avLst/>
                <a:gdLst/>
                <a:ahLst/>
                <a:cxnLst/>
                <a:rect l="l" t="t" r="r" b="b"/>
                <a:pathLst>
                  <a:path w="36" h="129" extrusionOk="0">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1368;p46">
                <a:extLst>
                  <a:ext uri="{FF2B5EF4-FFF2-40B4-BE49-F238E27FC236}">
                    <a16:creationId xmlns:a16="http://schemas.microsoft.com/office/drawing/2014/main" id="{B7671DCA-B5F4-F28E-CF16-4EDB86FD812B}"/>
                  </a:ext>
                </a:extLst>
              </p:cNvPr>
              <p:cNvSpPr/>
              <p:nvPr/>
            </p:nvSpPr>
            <p:spPr>
              <a:xfrm>
                <a:off x="4196624" y="1548460"/>
                <a:ext cx="66923" cy="369089"/>
              </a:xfrm>
              <a:custGeom>
                <a:avLst/>
                <a:gdLst/>
                <a:ahLst/>
                <a:cxnLst/>
                <a:rect l="l" t="t" r="r" b="b"/>
                <a:pathLst>
                  <a:path w="36" h="199" extrusionOk="0">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1369;p46">
                <a:extLst>
                  <a:ext uri="{FF2B5EF4-FFF2-40B4-BE49-F238E27FC236}">
                    <a16:creationId xmlns:a16="http://schemas.microsoft.com/office/drawing/2014/main" id="{1C248826-6431-FBBB-AD2F-6368AE18DC09}"/>
                  </a:ext>
                </a:extLst>
              </p:cNvPr>
              <p:cNvSpPr/>
              <p:nvPr/>
            </p:nvSpPr>
            <p:spPr>
              <a:xfrm>
                <a:off x="4318302" y="1609299"/>
                <a:ext cx="66923" cy="308250"/>
              </a:xfrm>
              <a:custGeom>
                <a:avLst/>
                <a:gdLst/>
                <a:ahLst/>
                <a:cxnLst/>
                <a:rect l="l" t="t" r="r" b="b"/>
                <a:pathLst>
                  <a:path w="36" h="167" extrusionOk="0">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1370;p46">
                <a:extLst>
                  <a:ext uri="{FF2B5EF4-FFF2-40B4-BE49-F238E27FC236}">
                    <a16:creationId xmlns:a16="http://schemas.microsoft.com/office/drawing/2014/main" id="{E1DEE455-A83D-3B29-183C-7C22ED652FF5}"/>
                  </a:ext>
                </a:extLst>
              </p:cNvPr>
              <p:cNvSpPr/>
              <p:nvPr/>
            </p:nvSpPr>
            <p:spPr>
              <a:xfrm>
                <a:off x="4442007" y="1459230"/>
                <a:ext cx="66923" cy="458319"/>
              </a:xfrm>
              <a:custGeom>
                <a:avLst/>
                <a:gdLst/>
                <a:ahLst/>
                <a:cxnLst/>
                <a:rect l="l" t="t" r="r" b="b"/>
                <a:pathLst>
                  <a:path w="36" h="248" extrusionOk="0">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 name="Google Shape;1371;p46">
              <a:extLst>
                <a:ext uri="{FF2B5EF4-FFF2-40B4-BE49-F238E27FC236}">
                  <a16:creationId xmlns:a16="http://schemas.microsoft.com/office/drawing/2014/main" id="{055E1F1B-3E6E-D6D9-554E-BED8C2C17890}"/>
                </a:ext>
              </a:extLst>
            </p:cNvPr>
            <p:cNvGrpSpPr/>
            <p:nvPr/>
          </p:nvGrpSpPr>
          <p:grpSpPr>
            <a:xfrm flipH="1">
              <a:off x="6979971" y="1968812"/>
              <a:ext cx="1458483" cy="2635179"/>
              <a:chOff x="5132143" y="1520276"/>
              <a:chExt cx="1241051" cy="2242324"/>
            </a:xfrm>
          </p:grpSpPr>
          <p:sp>
            <p:nvSpPr>
              <p:cNvPr id="39" name="Google Shape;1372;p46">
                <a:extLst>
                  <a:ext uri="{FF2B5EF4-FFF2-40B4-BE49-F238E27FC236}">
                    <a16:creationId xmlns:a16="http://schemas.microsoft.com/office/drawing/2014/main" id="{740E2E53-475B-FA1D-D6D2-EB2DA387E354}"/>
                  </a:ext>
                </a:extLst>
              </p:cNvPr>
              <p:cNvSpPr/>
              <p:nvPr/>
            </p:nvSpPr>
            <p:spPr>
              <a:xfrm flipH="1">
                <a:off x="5171192" y="3562026"/>
                <a:ext cx="209023" cy="187554"/>
              </a:xfrm>
              <a:custGeom>
                <a:avLst/>
                <a:gdLst/>
                <a:ahLst/>
                <a:cxnLst/>
                <a:rect l="l" t="t" r="r" b="b"/>
                <a:pathLst>
                  <a:path w="273" h="245" extrusionOk="0">
                    <a:moveTo>
                      <a:pt x="0" y="10"/>
                    </a:moveTo>
                    <a:lnTo>
                      <a:pt x="14" y="190"/>
                    </a:lnTo>
                    <a:lnTo>
                      <a:pt x="273" y="245"/>
                    </a:lnTo>
                    <a:lnTo>
                      <a:pt x="141" y="111"/>
                    </a:lnTo>
                    <a:lnTo>
                      <a:pt x="109" y="0"/>
                    </a:lnTo>
                    <a:lnTo>
                      <a:pt x="0" y="1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1373;p46">
                <a:extLst>
                  <a:ext uri="{FF2B5EF4-FFF2-40B4-BE49-F238E27FC236}">
                    <a16:creationId xmlns:a16="http://schemas.microsoft.com/office/drawing/2014/main" id="{82180DE1-9C08-4B3F-8C50-78E805FFC190}"/>
                  </a:ext>
                </a:extLst>
              </p:cNvPr>
              <p:cNvSpPr/>
              <p:nvPr/>
            </p:nvSpPr>
            <p:spPr>
              <a:xfrm flipH="1">
                <a:off x="5132143" y="3634751"/>
                <a:ext cx="265681" cy="127843"/>
              </a:xfrm>
              <a:custGeom>
                <a:avLst/>
                <a:gdLst/>
                <a:ahLst/>
                <a:cxnLst/>
                <a:rect l="l" t="t" r="r" b="b"/>
                <a:pathLst>
                  <a:path w="347" h="167" extrusionOk="0">
                    <a:moveTo>
                      <a:pt x="164" y="0"/>
                    </a:moveTo>
                    <a:lnTo>
                      <a:pt x="347" y="162"/>
                    </a:lnTo>
                    <a:lnTo>
                      <a:pt x="0" y="167"/>
                    </a:lnTo>
                    <a:lnTo>
                      <a:pt x="23" y="2"/>
                    </a:lnTo>
                    <a:lnTo>
                      <a:pt x="93" y="69"/>
                    </a:lnTo>
                    <a:lnTo>
                      <a:pt x="16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1374;p46">
                <a:extLst>
                  <a:ext uri="{FF2B5EF4-FFF2-40B4-BE49-F238E27FC236}">
                    <a16:creationId xmlns:a16="http://schemas.microsoft.com/office/drawing/2014/main" id="{A88EFBA0-D119-4DD5-559F-B301A46FD697}"/>
                  </a:ext>
                </a:extLst>
              </p:cNvPr>
              <p:cNvSpPr/>
              <p:nvPr/>
            </p:nvSpPr>
            <p:spPr>
              <a:xfrm flipH="1">
                <a:off x="5245460" y="3649296"/>
                <a:ext cx="26798" cy="19138"/>
              </a:xfrm>
              <a:custGeom>
                <a:avLst/>
                <a:gdLst/>
                <a:ahLst/>
                <a:cxnLst/>
                <a:rect l="l" t="t" r="r" b="b"/>
                <a:pathLst>
                  <a:path w="35" h="25" extrusionOk="0">
                    <a:moveTo>
                      <a:pt x="3" y="25"/>
                    </a:moveTo>
                    <a:lnTo>
                      <a:pt x="0" y="20"/>
                    </a:lnTo>
                    <a:lnTo>
                      <a:pt x="33" y="0"/>
                    </a:lnTo>
                    <a:lnTo>
                      <a:pt x="35" y="4"/>
                    </a:lnTo>
                    <a:lnTo>
                      <a:pt x="3"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1375;p46">
                <a:extLst>
                  <a:ext uri="{FF2B5EF4-FFF2-40B4-BE49-F238E27FC236}">
                    <a16:creationId xmlns:a16="http://schemas.microsoft.com/office/drawing/2014/main" id="{F4E5648B-0B95-A874-E3F0-B97C9CA8299C}"/>
                  </a:ext>
                </a:extLst>
              </p:cNvPr>
              <p:cNvSpPr/>
              <p:nvPr/>
            </p:nvSpPr>
            <p:spPr>
              <a:xfrm flipH="1">
                <a:off x="5224021" y="3660013"/>
                <a:ext cx="26798" cy="19138"/>
              </a:xfrm>
              <a:custGeom>
                <a:avLst/>
                <a:gdLst/>
                <a:ahLst/>
                <a:cxnLst/>
                <a:rect l="l" t="t" r="r" b="b"/>
                <a:pathLst>
                  <a:path w="35" h="25" extrusionOk="0">
                    <a:moveTo>
                      <a:pt x="5" y="25"/>
                    </a:moveTo>
                    <a:lnTo>
                      <a:pt x="0" y="20"/>
                    </a:lnTo>
                    <a:lnTo>
                      <a:pt x="32" y="0"/>
                    </a:lnTo>
                    <a:lnTo>
                      <a:pt x="35" y="4"/>
                    </a:lnTo>
                    <a:lnTo>
                      <a:pt x="5"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1376;p46">
                <a:extLst>
                  <a:ext uri="{FF2B5EF4-FFF2-40B4-BE49-F238E27FC236}">
                    <a16:creationId xmlns:a16="http://schemas.microsoft.com/office/drawing/2014/main" id="{92453690-9505-D02B-936B-212233A13292}"/>
                  </a:ext>
                </a:extLst>
              </p:cNvPr>
              <p:cNvSpPr/>
              <p:nvPr/>
            </p:nvSpPr>
            <p:spPr>
              <a:xfrm flipH="1">
                <a:off x="5749192" y="3588825"/>
                <a:ext cx="205194" cy="168415"/>
              </a:xfrm>
              <a:custGeom>
                <a:avLst/>
                <a:gdLst/>
                <a:ahLst/>
                <a:cxnLst/>
                <a:rect l="l" t="t" r="r" b="b"/>
                <a:pathLst>
                  <a:path w="268" h="220" extrusionOk="0">
                    <a:moveTo>
                      <a:pt x="245" y="7"/>
                    </a:moveTo>
                    <a:lnTo>
                      <a:pt x="268" y="160"/>
                    </a:lnTo>
                    <a:lnTo>
                      <a:pt x="0" y="220"/>
                    </a:lnTo>
                    <a:lnTo>
                      <a:pt x="144" y="84"/>
                    </a:lnTo>
                    <a:lnTo>
                      <a:pt x="134" y="0"/>
                    </a:lnTo>
                    <a:lnTo>
                      <a:pt x="245" y="7"/>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1377;p46">
                <a:extLst>
                  <a:ext uri="{FF2B5EF4-FFF2-40B4-BE49-F238E27FC236}">
                    <a16:creationId xmlns:a16="http://schemas.microsoft.com/office/drawing/2014/main" id="{1256FA85-C760-C2CE-5455-A2E7F5ABD2A1}"/>
                  </a:ext>
                </a:extLst>
              </p:cNvPr>
              <p:cNvSpPr/>
              <p:nvPr/>
            </p:nvSpPr>
            <p:spPr>
              <a:xfrm flipH="1">
                <a:off x="5738472" y="3645474"/>
                <a:ext cx="236587" cy="117125"/>
              </a:xfrm>
              <a:custGeom>
                <a:avLst/>
                <a:gdLst/>
                <a:ahLst/>
                <a:cxnLst/>
                <a:rect l="l" t="t" r="r" b="b"/>
                <a:pathLst>
                  <a:path w="309" h="153" extrusionOk="0">
                    <a:moveTo>
                      <a:pt x="159" y="0"/>
                    </a:moveTo>
                    <a:lnTo>
                      <a:pt x="0" y="153"/>
                    </a:lnTo>
                    <a:lnTo>
                      <a:pt x="309" y="151"/>
                    </a:lnTo>
                    <a:lnTo>
                      <a:pt x="286" y="7"/>
                    </a:lnTo>
                    <a:lnTo>
                      <a:pt x="238" y="72"/>
                    </a:lnTo>
                    <a:lnTo>
                      <a:pt x="15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1378;p46">
                <a:extLst>
                  <a:ext uri="{FF2B5EF4-FFF2-40B4-BE49-F238E27FC236}">
                    <a16:creationId xmlns:a16="http://schemas.microsoft.com/office/drawing/2014/main" id="{613A1F17-9844-9972-7FA0-D8A080FE4D18}"/>
                  </a:ext>
                </a:extLst>
              </p:cNvPr>
              <p:cNvSpPr/>
              <p:nvPr/>
            </p:nvSpPr>
            <p:spPr>
              <a:xfrm flipH="1">
                <a:off x="5851789" y="3660019"/>
                <a:ext cx="26032" cy="17607"/>
              </a:xfrm>
              <a:custGeom>
                <a:avLst/>
                <a:gdLst/>
                <a:ahLst/>
                <a:cxnLst/>
                <a:rect l="l" t="t" r="r" b="b"/>
                <a:pathLst>
                  <a:path w="34" h="23" extrusionOk="0">
                    <a:moveTo>
                      <a:pt x="32" y="23"/>
                    </a:moveTo>
                    <a:lnTo>
                      <a:pt x="0" y="4"/>
                    </a:lnTo>
                    <a:lnTo>
                      <a:pt x="2" y="0"/>
                    </a:lnTo>
                    <a:lnTo>
                      <a:pt x="34"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1379;p46">
                <a:extLst>
                  <a:ext uri="{FF2B5EF4-FFF2-40B4-BE49-F238E27FC236}">
                    <a16:creationId xmlns:a16="http://schemas.microsoft.com/office/drawing/2014/main" id="{51FA6D0D-2032-0046-3DFA-A70401D5CF1F}"/>
                  </a:ext>
                </a:extLst>
              </p:cNvPr>
              <p:cNvSpPr/>
              <p:nvPr/>
            </p:nvSpPr>
            <p:spPr>
              <a:xfrm flipH="1">
                <a:off x="5872461" y="3670737"/>
                <a:ext cx="26798" cy="17607"/>
              </a:xfrm>
              <a:custGeom>
                <a:avLst/>
                <a:gdLst/>
                <a:ahLst/>
                <a:cxnLst/>
                <a:rect l="l" t="t" r="r" b="b"/>
                <a:pathLst>
                  <a:path w="35" h="23" extrusionOk="0">
                    <a:moveTo>
                      <a:pt x="32" y="23"/>
                    </a:moveTo>
                    <a:lnTo>
                      <a:pt x="0" y="4"/>
                    </a:lnTo>
                    <a:lnTo>
                      <a:pt x="2" y="0"/>
                    </a:lnTo>
                    <a:lnTo>
                      <a:pt x="35"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1380;p46">
                <a:extLst>
                  <a:ext uri="{FF2B5EF4-FFF2-40B4-BE49-F238E27FC236}">
                    <a16:creationId xmlns:a16="http://schemas.microsoft.com/office/drawing/2014/main" id="{5461CEA6-79FA-7653-0D1A-0A0FDC5BE939}"/>
                  </a:ext>
                </a:extLst>
              </p:cNvPr>
              <p:cNvSpPr/>
              <p:nvPr/>
            </p:nvSpPr>
            <p:spPr>
              <a:xfrm rot="-633488" flipH="1">
                <a:off x="5673471" y="1766217"/>
                <a:ext cx="128195" cy="253687"/>
              </a:xfrm>
              <a:custGeom>
                <a:avLst/>
                <a:gdLst/>
                <a:ahLst/>
                <a:cxnLst/>
                <a:rect l="l" t="t" r="r" b="b"/>
                <a:pathLst>
                  <a:path w="145" h="287" extrusionOk="0">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1381;p46">
                <a:extLst>
                  <a:ext uri="{FF2B5EF4-FFF2-40B4-BE49-F238E27FC236}">
                    <a16:creationId xmlns:a16="http://schemas.microsoft.com/office/drawing/2014/main" id="{0735AA72-88DF-0025-A8FC-07AE763D9DA7}"/>
                  </a:ext>
                </a:extLst>
              </p:cNvPr>
              <p:cNvSpPr/>
              <p:nvPr/>
            </p:nvSpPr>
            <p:spPr>
              <a:xfrm>
                <a:off x="5738480" y="1670962"/>
                <a:ext cx="0" cy="1720"/>
              </a:xfrm>
              <a:custGeom>
                <a:avLst/>
                <a:gdLst/>
                <a:ahLst/>
                <a:cxnLst/>
                <a:rect l="l" t="t" r="r" b="b"/>
                <a:pathLst>
                  <a:path w="120000" h="1" extrusionOk="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1382;p46">
                <a:extLst>
                  <a:ext uri="{FF2B5EF4-FFF2-40B4-BE49-F238E27FC236}">
                    <a16:creationId xmlns:a16="http://schemas.microsoft.com/office/drawing/2014/main" id="{42823C3D-7DD0-A21F-699C-44352A135DEF}"/>
                  </a:ext>
                </a:extLst>
              </p:cNvPr>
              <p:cNvSpPr/>
              <p:nvPr/>
            </p:nvSpPr>
            <p:spPr>
              <a:xfrm rot="-633489" flipH="1">
                <a:off x="5671050" y="1807722"/>
                <a:ext cx="125496" cy="130217"/>
              </a:xfrm>
              <a:custGeom>
                <a:avLst/>
                <a:gdLst/>
                <a:ahLst/>
                <a:cxnLst/>
                <a:rect l="l" t="t" r="r" b="b"/>
                <a:pathLst>
                  <a:path w="142" h="148" extrusionOk="0">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1383;p46">
                <a:extLst>
                  <a:ext uri="{FF2B5EF4-FFF2-40B4-BE49-F238E27FC236}">
                    <a16:creationId xmlns:a16="http://schemas.microsoft.com/office/drawing/2014/main" id="{296C6BD5-E4C5-3F65-745D-28A4FC5FDFA4}"/>
                  </a:ext>
                </a:extLst>
              </p:cNvPr>
              <p:cNvSpPr/>
              <p:nvPr/>
            </p:nvSpPr>
            <p:spPr>
              <a:xfrm rot="-633481" flipH="1">
                <a:off x="5635960" y="1614358"/>
                <a:ext cx="237497" cy="284723"/>
              </a:xfrm>
              <a:custGeom>
                <a:avLst/>
                <a:gdLst/>
                <a:ahLst/>
                <a:cxnLst/>
                <a:rect l="l" t="t" r="r" b="b"/>
                <a:pathLst>
                  <a:path w="269" h="322" extrusionOk="0">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1384;p46">
                <a:extLst>
                  <a:ext uri="{FF2B5EF4-FFF2-40B4-BE49-F238E27FC236}">
                    <a16:creationId xmlns:a16="http://schemas.microsoft.com/office/drawing/2014/main" id="{B33F9C23-54EF-DD6A-DBE2-34623B2A359F}"/>
                  </a:ext>
                </a:extLst>
              </p:cNvPr>
              <p:cNvSpPr/>
              <p:nvPr/>
            </p:nvSpPr>
            <p:spPr>
              <a:xfrm rot="-633479" flipH="1">
                <a:off x="5700559" y="1773589"/>
                <a:ext cx="39808" cy="22265"/>
              </a:xfrm>
              <a:custGeom>
                <a:avLst/>
                <a:gdLst/>
                <a:ahLst/>
                <a:cxnLst/>
                <a:rect l="l" t="t" r="r" b="b"/>
                <a:pathLst>
                  <a:path w="45" h="25" extrusionOk="0">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1385;p46">
                <a:extLst>
                  <a:ext uri="{FF2B5EF4-FFF2-40B4-BE49-F238E27FC236}">
                    <a16:creationId xmlns:a16="http://schemas.microsoft.com/office/drawing/2014/main" id="{27EBF021-F5D5-ABB7-6401-8183B93E59F6}"/>
                  </a:ext>
                </a:extLst>
              </p:cNvPr>
              <p:cNvSpPr/>
              <p:nvPr/>
            </p:nvSpPr>
            <p:spPr>
              <a:xfrm rot="-633483" flipH="1">
                <a:off x="5851296" y="1772282"/>
                <a:ext cx="24290" cy="16193"/>
              </a:xfrm>
              <a:custGeom>
                <a:avLst/>
                <a:gdLst/>
                <a:ahLst/>
                <a:cxnLst/>
                <a:rect l="l" t="t" r="r" b="b"/>
                <a:pathLst>
                  <a:path w="27" h="18" extrusionOk="0">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1386;p46">
                <a:extLst>
                  <a:ext uri="{FF2B5EF4-FFF2-40B4-BE49-F238E27FC236}">
                    <a16:creationId xmlns:a16="http://schemas.microsoft.com/office/drawing/2014/main" id="{1FE4AC90-EF7E-EB40-0146-AADE8A730099}"/>
                  </a:ext>
                </a:extLst>
              </p:cNvPr>
              <p:cNvSpPr/>
              <p:nvPr/>
            </p:nvSpPr>
            <p:spPr>
              <a:xfrm rot="-633483" flipH="1">
                <a:off x="5827115" y="1742475"/>
                <a:ext cx="18892" cy="37783"/>
              </a:xfrm>
              <a:custGeom>
                <a:avLst/>
                <a:gdLst/>
                <a:ahLst/>
                <a:cxnLst/>
                <a:rect l="l" t="t" r="r" b="b"/>
                <a:pathLst>
                  <a:path w="21" h="43" extrusionOk="0">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1387;p46">
                <a:extLst>
                  <a:ext uri="{FF2B5EF4-FFF2-40B4-BE49-F238E27FC236}">
                    <a16:creationId xmlns:a16="http://schemas.microsoft.com/office/drawing/2014/main" id="{1B892020-EFCA-42B7-BCB7-0E71CE6163BA}"/>
                  </a:ext>
                </a:extLst>
              </p:cNvPr>
              <p:cNvSpPr/>
              <p:nvPr/>
            </p:nvSpPr>
            <p:spPr>
              <a:xfrm rot="-633483" flipH="1">
                <a:off x="5761344" y="1743130"/>
                <a:ext cx="18217" cy="37783"/>
              </a:xfrm>
              <a:custGeom>
                <a:avLst/>
                <a:gdLst/>
                <a:ahLst/>
                <a:cxnLst/>
                <a:rect l="l" t="t" r="r" b="b"/>
                <a:pathLst>
                  <a:path w="20" h="43" extrusionOk="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1388;p46">
                <a:extLst>
                  <a:ext uri="{FF2B5EF4-FFF2-40B4-BE49-F238E27FC236}">
                    <a16:creationId xmlns:a16="http://schemas.microsoft.com/office/drawing/2014/main" id="{C7753362-5DDD-D081-E785-31B0ECD6319D}"/>
                  </a:ext>
                </a:extLst>
              </p:cNvPr>
              <p:cNvSpPr/>
              <p:nvPr/>
            </p:nvSpPr>
            <p:spPr>
              <a:xfrm rot="-633481" flipH="1">
                <a:off x="5716394" y="1692684"/>
                <a:ext cx="62073" cy="57349"/>
              </a:xfrm>
              <a:custGeom>
                <a:avLst/>
                <a:gdLst/>
                <a:ahLst/>
                <a:cxnLst/>
                <a:rect l="l" t="t" r="r" b="b"/>
                <a:pathLst>
                  <a:path w="70" h="65" extrusionOk="0">
                    <a:moveTo>
                      <a:pt x="0" y="51"/>
                    </a:moveTo>
                    <a:cubicBezTo>
                      <a:pt x="0" y="51"/>
                      <a:pt x="36" y="30"/>
                      <a:pt x="70" y="65"/>
                    </a:cubicBezTo>
                    <a:cubicBezTo>
                      <a:pt x="70" y="65"/>
                      <a:pt x="32" y="0"/>
                      <a:pt x="0" y="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1389;p46">
                <a:extLst>
                  <a:ext uri="{FF2B5EF4-FFF2-40B4-BE49-F238E27FC236}">
                    <a16:creationId xmlns:a16="http://schemas.microsoft.com/office/drawing/2014/main" id="{64992568-96D4-0D12-0DF6-4EB7B15BA174}"/>
                  </a:ext>
                </a:extLst>
              </p:cNvPr>
              <p:cNvSpPr/>
              <p:nvPr/>
            </p:nvSpPr>
            <p:spPr>
              <a:xfrm rot="-633480" flipH="1">
                <a:off x="5819509" y="1698490"/>
                <a:ext cx="43181" cy="49253"/>
              </a:xfrm>
              <a:custGeom>
                <a:avLst/>
                <a:gdLst/>
                <a:ahLst/>
                <a:cxnLst/>
                <a:rect l="l" t="t" r="r" b="b"/>
                <a:pathLst>
                  <a:path w="49" h="56" extrusionOk="0">
                    <a:moveTo>
                      <a:pt x="49" y="30"/>
                    </a:moveTo>
                    <a:cubicBezTo>
                      <a:pt x="49" y="30"/>
                      <a:pt x="16" y="24"/>
                      <a:pt x="0" y="56"/>
                    </a:cubicBezTo>
                    <a:cubicBezTo>
                      <a:pt x="0" y="56"/>
                      <a:pt x="14" y="0"/>
                      <a:pt x="49"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1390;p46">
                <a:extLst>
                  <a:ext uri="{FF2B5EF4-FFF2-40B4-BE49-F238E27FC236}">
                    <a16:creationId xmlns:a16="http://schemas.microsoft.com/office/drawing/2014/main" id="{062FA6ED-57A1-514D-664E-0B9F047959D8}"/>
                  </a:ext>
                </a:extLst>
              </p:cNvPr>
              <p:cNvSpPr/>
              <p:nvPr/>
            </p:nvSpPr>
            <p:spPr>
              <a:xfrm rot="-633491" flipH="1">
                <a:off x="5600603" y="1703363"/>
                <a:ext cx="85216" cy="148277"/>
              </a:xfrm>
              <a:custGeom>
                <a:avLst/>
                <a:gdLst/>
                <a:ahLst/>
                <a:cxnLst/>
                <a:rect l="l" t="t" r="r" b="b"/>
                <a:pathLst>
                  <a:path w="76" h="133" extrusionOk="0">
                    <a:moveTo>
                      <a:pt x="0" y="50"/>
                    </a:moveTo>
                    <a:cubicBezTo>
                      <a:pt x="0" y="50"/>
                      <a:pt x="7" y="8"/>
                      <a:pt x="32" y="4"/>
                    </a:cubicBezTo>
                    <a:cubicBezTo>
                      <a:pt x="58" y="0"/>
                      <a:pt x="76" y="133"/>
                      <a:pt x="6" y="92"/>
                    </a:cubicBezTo>
                    <a:lnTo>
                      <a:pt x="0" y="5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1391;p46">
                <a:extLst>
                  <a:ext uri="{FF2B5EF4-FFF2-40B4-BE49-F238E27FC236}">
                    <a16:creationId xmlns:a16="http://schemas.microsoft.com/office/drawing/2014/main" id="{93DC5E00-4D57-B619-5F58-C4BCFDB8C048}"/>
                  </a:ext>
                </a:extLst>
              </p:cNvPr>
              <p:cNvSpPr/>
              <p:nvPr/>
            </p:nvSpPr>
            <p:spPr>
              <a:xfrm rot="-633480" flipH="1">
                <a:off x="5591390" y="1546767"/>
                <a:ext cx="311041" cy="236819"/>
              </a:xfrm>
              <a:custGeom>
                <a:avLst/>
                <a:gdLst/>
                <a:ahLst/>
                <a:cxnLst/>
                <a:rect l="l" t="t" r="r" b="b"/>
                <a:pathLst>
                  <a:path w="352" h="268" extrusionOk="0">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1392;p46">
                <a:extLst>
                  <a:ext uri="{FF2B5EF4-FFF2-40B4-BE49-F238E27FC236}">
                    <a16:creationId xmlns:a16="http://schemas.microsoft.com/office/drawing/2014/main" id="{A2FA6E35-7D86-D9E8-F740-39C09F3157B5}"/>
                  </a:ext>
                </a:extLst>
              </p:cNvPr>
              <p:cNvSpPr/>
              <p:nvPr/>
            </p:nvSpPr>
            <p:spPr>
              <a:xfrm flipH="1">
                <a:off x="6014420" y="2256924"/>
                <a:ext cx="358774" cy="165973"/>
              </a:xfrm>
              <a:custGeom>
                <a:avLst/>
                <a:gdLst/>
                <a:ahLst/>
                <a:cxnLst/>
                <a:rect l="l" t="t" r="r" b="b"/>
                <a:pathLst>
                  <a:path w="350879" h="162321" extrusionOk="0">
                    <a:moveTo>
                      <a:pt x="350880" y="72485"/>
                    </a:moveTo>
                    <a:cubicBezTo>
                      <a:pt x="320971" y="49244"/>
                      <a:pt x="291634" y="25146"/>
                      <a:pt x="263154" y="0"/>
                    </a:cubicBezTo>
                    <a:lnTo>
                      <a:pt x="154188" y="57912"/>
                    </a:lnTo>
                    <a:lnTo>
                      <a:pt x="146283" y="61531"/>
                    </a:lnTo>
                    <a:cubicBezTo>
                      <a:pt x="145616" y="62103"/>
                      <a:pt x="144854" y="62674"/>
                      <a:pt x="144187" y="63246"/>
                    </a:cubicBezTo>
                    <a:lnTo>
                      <a:pt x="133519" y="68866"/>
                    </a:lnTo>
                    <a:cubicBezTo>
                      <a:pt x="132567" y="69247"/>
                      <a:pt x="131805" y="69818"/>
                      <a:pt x="131043" y="70485"/>
                    </a:cubicBezTo>
                    <a:cubicBezTo>
                      <a:pt x="118184" y="73628"/>
                      <a:pt x="49604" y="90869"/>
                      <a:pt x="39412" y="98298"/>
                    </a:cubicBezTo>
                    <a:cubicBezTo>
                      <a:pt x="22077" y="102203"/>
                      <a:pt x="1788" y="107251"/>
                      <a:pt x="74" y="111442"/>
                    </a:cubicBezTo>
                    <a:cubicBezTo>
                      <a:pt x="-2212" y="117157"/>
                      <a:pt x="49223" y="113824"/>
                      <a:pt x="62558" y="114300"/>
                    </a:cubicBezTo>
                    <a:lnTo>
                      <a:pt x="65034" y="115633"/>
                    </a:lnTo>
                    <a:cubicBezTo>
                      <a:pt x="60939" y="118777"/>
                      <a:pt x="37317" y="126873"/>
                      <a:pt x="37317" y="126873"/>
                    </a:cubicBezTo>
                    <a:cubicBezTo>
                      <a:pt x="36174" y="127349"/>
                      <a:pt x="3503" y="140779"/>
                      <a:pt x="8646" y="145066"/>
                    </a:cubicBezTo>
                    <a:cubicBezTo>
                      <a:pt x="13790" y="149447"/>
                      <a:pt x="87323" y="125063"/>
                      <a:pt x="71892" y="130302"/>
                    </a:cubicBezTo>
                    <a:cubicBezTo>
                      <a:pt x="70845" y="130683"/>
                      <a:pt x="9408" y="148209"/>
                      <a:pt x="15123" y="155829"/>
                    </a:cubicBezTo>
                    <a:cubicBezTo>
                      <a:pt x="18933" y="160877"/>
                      <a:pt x="73702" y="144113"/>
                      <a:pt x="76274" y="144685"/>
                    </a:cubicBezTo>
                    <a:cubicBezTo>
                      <a:pt x="78846" y="145256"/>
                      <a:pt x="29697" y="154972"/>
                      <a:pt x="34173" y="161449"/>
                    </a:cubicBezTo>
                    <a:cubicBezTo>
                      <a:pt x="36174" y="164211"/>
                      <a:pt x="60748" y="159734"/>
                      <a:pt x="68749" y="157448"/>
                    </a:cubicBezTo>
                    <a:cubicBezTo>
                      <a:pt x="75702" y="155448"/>
                      <a:pt x="98277" y="149542"/>
                      <a:pt x="133233" y="138113"/>
                    </a:cubicBezTo>
                    <a:cubicBezTo>
                      <a:pt x="172476" y="129254"/>
                      <a:pt x="266774" y="106013"/>
                      <a:pt x="350880" y="72485"/>
                    </a:cubicBez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1393;p46">
                <a:extLst>
                  <a:ext uri="{FF2B5EF4-FFF2-40B4-BE49-F238E27FC236}">
                    <a16:creationId xmlns:a16="http://schemas.microsoft.com/office/drawing/2014/main" id="{BFFB2B2F-F148-7069-AD52-6F9BEFB9C525}"/>
                  </a:ext>
                </a:extLst>
              </p:cNvPr>
              <p:cNvSpPr/>
              <p:nvPr/>
            </p:nvSpPr>
            <p:spPr>
              <a:xfrm flipH="1">
                <a:off x="5807241" y="1918418"/>
                <a:ext cx="314098" cy="447837"/>
              </a:xfrm>
              <a:custGeom>
                <a:avLst/>
                <a:gdLst/>
                <a:ahLst/>
                <a:cxnLst/>
                <a:rect l="l" t="t" r="r" b="b"/>
                <a:pathLst>
                  <a:path w="307186" h="437982" extrusionOk="0">
                    <a:moveTo>
                      <a:pt x="206026" y="37552"/>
                    </a:moveTo>
                    <a:cubicBezTo>
                      <a:pt x="183070" y="84415"/>
                      <a:pt x="98965" y="280725"/>
                      <a:pt x="98965" y="280725"/>
                    </a:cubicBezTo>
                    <a:lnTo>
                      <a:pt x="0" y="336066"/>
                    </a:lnTo>
                    <a:lnTo>
                      <a:pt x="65532" y="437983"/>
                    </a:lnTo>
                    <a:cubicBezTo>
                      <a:pt x="65532" y="437983"/>
                      <a:pt x="158687" y="416171"/>
                      <a:pt x="205264" y="373880"/>
                    </a:cubicBezTo>
                    <a:cubicBezTo>
                      <a:pt x="250222" y="333208"/>
                      <a:pt x="307848" y="64984"/>
                      <a:pt x="307181" y="976"/>
                    </a:cubicBezTo>
                    <a:cubicBezTo>
                      <a:pt x="307181" y="976"/>
                      <a:pt x="228981" y="-9406"/>
                      <a:pt x="206026" y="3755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1394;p46">
                <a:extLst>
                  <a:ext uri="{FF2B5EF4-FFF2-40B4-BE49-F238E27FC236}">
                    <a16:creationId xmlns:a16="http://schemas.microsoft.com/office/drawing/2014/main" id="{89D0D8CA-438E-FACF-738A-5B162B97247E}"/>
                  </a:ext>
                </a:extLst>
              </p:cNvPr>
              <p:cNvSpPr/>
              <p:nvPr/>
            </p:nvSpPr>
            <p:spPr>
              <a:xfrm flipH="1">
                <a:off x="5256844" y="2341951"/>
                <a:ext cx="706081" cy="1266029"/>
              </a:xfrm>
              <a:custGeom>
                <a:avLst/>
                <a:gdLst/>
                <a:ahLst/>
                <a:cxnLst/>
                <a:rect l="l" t="t" r="r" b="b"/>
                <a:pathLst>
                  <a:path w="690544" h="1529945" extrusionOk="0">
                    <a:moveTo>
                      <a:pt x="380506" y="10668"/>
                    </a:moveTo>
                    <a:cubicBezTo>
                      <a:pt x="423845" y="87344"/>
                      <a:pt x="446800" y="143542"/>
                      <a:pt x="471755" y="241078"/>
                    </a:cubicBezTo>
                    <a:cubicBezTo>
                      <a:pt x="500711" y="354139"/>
                      <a:pt x="676924" y="1310830"/>
                      <a:pt x="690545" y="1516475"/>
                    </a:cubicBezTo>
                    <a:cubicBezTo>
                      <a:pt x="654921" y="1525048"/>
                      <a:pt x="554909" y="1523810"/>
                      <a:pt x="532334" y="1522571"/>
                    </a:cubicBezTo>
                    <a:cubicBezTo>
                      <a:pt x="460706" y="1317307"/>
                      <a:pt x="303163" y="639128"/>
                      <a:pt x="272492" y="509778"/>
                    </a:cubicBezTo>
                    <a:cubicBezTo>
                      <a:pt x="267730" y="489871"/>
                      <a:pt x="237059" y="494252"/>
                      <a:pt x="239441" y="514540"/>
                    </a:cubicBezTo>
                    <a:cubicBezTo>
                      <a:pt x="256871" y="662273"/>
                      <a:pt x="168670" y="1295781"/>
                      <a:pt x="215438" y="1522952"/>
                    </a:cubicBezTo>
                    <a:cubicBezTo>
                      <a:pt x="196769" y="1532477"/>
                      <a:pt x="83802" y="1530382"/>
                      <a:pt x="62180" y="1527620"/>
                    </a:cubicBezTo>
                    <a:cubicBezTo>
                      <a:pt x="38749" y="1274254"/>
                      <a:pt x="-85933" y="315278"/>
                      <a:pt x="102185" y="4381"/>
                    </a:cubicBezTo>
                    <a:cubicBezTo>
                      <a:pt x="188291" y="-7430"/>
                      <a:pt x="293257" y="8096"/>
                      <a:pt x="380506" y="1066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1395;p46">
                <a:extLst>
                  <a:ext uri="{FF2B5EF4-FFF2-40B4-BE49-F238E27FC236}">
                    <a16:creationId xmlns:a16="http://schemas.microsoft.com/office/drawing/2014/main" id="{DC7A29C8-9ECC-AB2E-D6A0-E6F94B8B9E21}"/>
                  </a:ext>
                </a:extLst>
              </p:cNvPr>
              <p:cNvSpPr/>
              <p:nvPr/>
            </p:nvSpPr>
            <p:spPr>
              <a:xfrm flipH="1">
                <a:off x="5468122" y="1896751"/>
                <a:ext cx="437178" cy="613196"/>
              </a:xfrm>
              <a:custGeom>
                <a:avLst/>
                <a:gdLst/>
                <a:ahLst/>
                <a:cxnLst/>
                <a:rect l="l" t="t" r="r" b="b"/>
                <a:pathLst>
                  <a:path w="427558" h="457609" extrusionOk="0">
                    <a:moveTo>
                      <a:pt x="83135" y="23717"/>
                    </a:moveTo>
                    <a:cubicBezTo>
                      <a:pt x="85611" y="29813"/>
                      <a:pt x="-2971" y="218599"/>
                      <a:pt x="77" y="278130"/>
                    </a:cubicBezTo>
                    <a:cubicBezTo>
                      <a:pt x="3125" y="338137"/>
                      <a:pt x="44082" y="439102"/>
                      <a:pt x="40844" y="448056"/>
                    </a:cubicBezTo>
                    <a:cubicBezTo>
                      <a:pt x="40844" y="448056"/>
                      <a:pt x="170765" y="476250"/>
                      <a:pt x="427559" y="435769"/>
                    </a:cubicBezTo>
                    <a:cubicBezTo>
                      <a:pt x="411176" y="289465"/>
                      <a:pt x="353740" y="140494"/>
                      <a:pt x="327261" y="66199"/>
                    </a:cubicBezTo>
                    <a:cubicBezTo>
                      <a:pt x="327261" y="66199"/>
                      <a:pt x="245250" y="1619"/>
                      <a:pt x="223533" y="0"/>
                    </a:cubicBezTo>
                    <a:cubicBezTo>
                      <a:pt x="223438" y="0"/>
                      <a:pt x="184386" y="53816"/>
                      <a:pt x="83135" y="237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1396;p46">
                <a:extLst>
                  <a:ext uri="{FF2B5EF4-FFF2-40B4-BE49-F238E27FC236}">
                    <a16:creationId xmlns:a16="http://schemas.microsoft.com/office/drawing/2014/main" id="{8AFF003A-B294-47E0-D65F-0684950A437C}"/>
                  </a:ext>
                </a:extLst>
              </p:cNvPr>
              <p:cNvSpPr/>
              <p:nvPr/>
            </p:nvSpPr>
            <p:spPr>
              <a:xfrm flipH="1">
                <a:off x="5880077" y="2029496"/>
                <a:ext cx="379532" cy="276607"/>
              </a:xfrm>
              <a:custGeom>
                <a:avLst/>
                <a:gdLst/>
                <a:ahLst/>
                <a:cxnLst/>
                <a:rect l="l" t="t" r="r" b="b"/>
                <a:pathLst>
                  <a:path w="371180" h="270520" extrusionOk="0">
                    <a:moveTo>
                      <a:pt x="371180" y="270521"/>
                    </a:moveTo>
                    <a:lnTo>
                      <a:pt x="310030" y="68877"/>
                    </a:lnTo>
                    <a:cubicBezTo>
                      <a:pt x="304981" y="52208"/>
                      <a:pt x="291265" y="39730"/>
                      <a:pt x="274216" y="36111"/>
                    </a:cubicBezTo>
                    <a:lnTo>
                      <a:pt x="26470" y="487"/>
                    </a:lnTo>
                    <a:cubicBezTo>
                      <a:pt x="10183" y="-2942"/>
                      <a:pt x="-3819" y="12298"/>
                      <a:pt x="943" y="28300"/>
                    </a:cubicBezTo>
                    <a:lnTo>
                      <a:pt x="52664" y="201750"/>
                    </a:lnTo>
                    <a:cubicBezTo>
                      <a:pt x="54950" y="209371"/>
                      <a:pt x="61046" y="215086"/>
                      <a:pt x="68761" y="216895"/>
                    </a:cubicBezTo>
                    <a:lnTo>
                      <a:pt x="371180" y="2705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1397;p46">
                <a:extLst>
                  <a:ext uri="{FF2B5EF4-FFF2-40B4-BE49-F238E27FC236}">
                    <a16:creationId xmlns:a16="http://schemas.microsoft.com/office/drawing/2014/main" id="{5F8A5603-6597-0181-3DCB-DD0286945C58}"/>
                  </a:ext>
                </a:extLst>
              </p:cNvPr>
              <p:cNvSpPr/>
              <p:nvPr/>
            </p:nvSpPr>
            <p:spPr>
              <a:xfrm flipH="1">
                <a:off x="5793761" y="2148459"/>
                <a:ext cx="242121" cy="229775"/>
              </a:xfrm>
              <a:custGeom>
                <a:avLst/>
                <a:gdLst/>
                <a:ahLst/>
                <a:cxnLst/>
                <a:rect l="l" t="t" r="r" b="b"/>
                <a:pathLst>
                  <a:path w="236793" h="224719" extrusionOk="0">
                    <a:moveTo>
                      <a:pt x="204980" y="224720"/>
                    </a:moveTo>
                    <a:cubicBezTo>
                      <a:pt x="99158" y="152235"/>
                      <a:pt x="39626" y="95371"/>
                      <a:pt x="28292" y="85369"/>
                    </a:cubicBezTo>
                    <a:cubicBezTo>
                      <a:pt x="21815" y="79654"/>
                      <a:pt x="4098" y="60319"/>
                      <a:pt x="5527" y="57080"/>
                    </a:cubicBezTo>
                    <a:cubicBezTo>
                      <a:pt x="8861" y="49650"/>
                      <a:pt x="44865" y="87750"/>
                      <a:pt x="44008" y="85179"/>
                    </a:cubicBezTo>
                    <a:cubicBezTo>
                      <a:pt x="43055" y="82702"/>
                      <a:pt x="-2379" y="43269"/>
                      <a:pt x="98" y="37268"/>
                    </a:cubicBezTo>
                    <a:cubicBezTo>
                      <a:pt x="3908" y="28124"/>
                      <a:pt x="53819" y="72891"/>
                      <a:pt x="54676" y="73654"/>
                    </a:cubicBezTo>
                    <a:cubicBezTo>
                      <a:pt x="67916" y="84512"/>
                      <a:pt x="5241" y="32696"/>
                      <a:pt x="6289" y="25743"/>
                    </a:cubicBezTo>
                    <a:cubicBezTo>
                      <a:pt x="7337" y="18885"/>
                      <a:pt x="37626" y="40506"/>
                      <a:pt x="38674" y="41269"/>
                    </a:cubicBezTo>
                    <a:cubicBezTo>
                      <a:pt x="38674" y="41269"/>
                      <a:pt x="63439" y="61366"/>
                      <a:pt x="65344" y="59842"/>
                    </a:cubicBezTo>
                    <a:cubicBezTo>
                      <a:pt x="67154" y="58318"/>
                      <a:pt x="24672" y="1168"/>
                      <a:pt x="32102" y="25"/>
                    </a:cubicBezTo>
                    <a:cubicBezTo>
                      <a:pt x="39531" y="-1118"/>
                      <a:pt x="74393" y="36982"/>
                      <a:pt x="82965" y="45079"/>
                    </a:cubicBezTo>
                    <a:cubicBezTo>
                      <a:pt x="91538" y="53175"/>
                      <a:pt x="106587" y="61080"/>
                      <a:pt x="111445" y="60319"/>
                    </a:cubicBezTo>
                    <a:cubicBezTo>
                      <a:pt x="115541" y="59652"/>
                      <a:pt x="118970" y="41745"/>
                      <a:pt x="114874" y="32601"/>
                    </a:cubicBezTo>
                    <a:cubicBezTo>
                      <a:pt x="114874" y="32601"/>
                      <a:pt x="135829" y="54604"/>
                      <a:pt x="142211" y="73082"/>
                    </a:cubicBezTo>
                    <a:cubicBezTo>
                      <a:pt x="145544" y="82797"/>
                      <a:pt x="147640" y="95180"/>
                      <a:pt x="147640" y="95180"/>
                    </a:cubicBezTo>
                    <a:lnTo>
                      <a:pt x="236794" y="154045"/>
                    </a:lnTo>
                    <a:lnTo>
                      <a:pt x="204980" y="224720"/>
                    </a:ln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1398;p46">
                <a:extLst>
                  <a:ext uri="{FF2B5EF4-FFF2-40B4-BE49-F238E27FC236}">
                    <a16:creationId xmlns:a16="http://schemas.microsoft.com/office/drawing/2014/main" id="{A5030141-4DF7-BC2C-E251-5204F6101533}"/>
                  </a:ext>
                </a:extLst>
              </p:cNvPr>
              <p:cNvSpPr/>
              <p:nvPr/>
            </p:nvSpPr>
            <p:spPr>
              <a:xfrm flipH="1">
                <a:off x="5512087" y="1963933"/>
                <a:ext cx="419411" cy="509509"/>
              </a:xfrm>
              <a:custGeom>
                <a:avLst/>
                <a:gdLst/>
                <a:ahLst/>
                <a:cxnLst/>
                <a:rect l="l" t="t" r="r" b="b"/>
                <a:pathLst>
                  <a:path w="410182" h="498297" extrusionOk="0">
                    <a:moveTo>
                      <a:pt x="283369" y="73313"/>
                    </a:moveTo>
                    <a:cubicBezTo>
                      <a:pt x="283369" y="73313"/>
                      <a:pt x="306419" y="-21556"/>
                      <a:pt x="348996" y="4543"/>
                    </a:cubicBezTo>
                    <a:cubicBezTo>
                      <a:pt x="421100" y="48644"/>
                      <a:pt x="449866" y="263051"/>
                      <a:pt x="319564" y="482984"/>
                    </a:cubicBezTo>
                    <a:cubicBezTo>
                      <a:pt x="277273" y="554326"/>
                      <a:pt x="0" y="353253"/>
                      <a:pt x="0" y="353253"/>
                    </a:cubicBezTo>
                    <a:lnTo>
                      <a:pt x="65627" y="250288"/>
                    </a:lnTo>
                    <a:lnTo>
                      <a:pt x="215360" y="343252"/>
                    </a:lnTo>
                    <a:lnTo>
                      <a:pt x="283369" y="7331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 name="Google Shape;1399;p46">
              <a:extLst>
                <a:ext uri="{FF2B5EF4-FFF2-40B4-BE49-F238E27FC236}">
                  <a16:creationId xmlns:a16="http://schemas.microsoft.com/office/drawing/2014/main" id="{166DFB22-1866-10EB-87D2-47876B84A1C1}"/>
                </a:ext>
              </a:extLst>
            </p:cNvPr>
            <p:cNvGrpSpPr/>
            <p:nvPr/>
          </p:nvGrpSpPr>
          <p:grpSpPr>
            <a:xfrm>
              <a:off x="4977785" y="1035662"/>
              <a:ext cx="676370" cy="1142272"/>
              <a:chOff x="2757910" y="1240337"/>
              <a:chExt cx="676370" cy="1142272"/>
            </a:xfrm>
          </p:grpSpPr>
          <p:sp>
            <p:nvSpPr>
              <p:cNvPr id="31" name="Google Shape;1400;p46">
                <a:extLst>
                  <a:ext uri="{FF2B5EF4-FFF2-40B4-BE49-F238E27FC236}">
                    <a16:creationId xmlns:a16="http://schemas.microsoft.com/office/drawing/2014/main" id="{98EB0D7A-41FF-7CCB-354C-F47D05F6737D}"/>
                  </a:ext>
                </a:extLst>
              </p:cNvPr>
              <p:cNvSpPr/>
              <p:nvPr/>
            </p:nvSpPr>
            <p:spPr>
              <a:xfrm>
                <a:off x="2757910" y="1240337"/>
                <a:ext cx="676370" cy="870576"/>
              </a:xfrm>
              <a:custGeom>
                <a:avLst/>
                <a:gdLst/>
                <a:ahLst/>
                <a:cxnLst/>
                <a:rect l="l" t="t" r="r" b="b"/>
                <a:pathLst>
                  <a:path w="774" h="996" extrusionOk="0">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1401;p46">
                <a:extLst>
                  <a:ext uri="{FF2B5EF4-FFF2-40B4-BE49-F238E27FC236}">
                    <a16:creationId xmlns:a16="http://schemas.microsoft.com/office/drawing/2014/main" id="{F4CA9DA5-6D07-E07B-515D-D210A6A37C59}"/>
                  </a:ext>
                </a:extLst>
              </p:cNvPr>
              <p:cNvSpPr/>
              <p:nvPr/>
            </p:nvSpPr>
            <p:spPr>
              <a:xfrm>
                <a:off x="2940636" y="2078385"/>
                <a:ext cx="320487" cy="227689"/>
              </a:xfrm>
              <a:custGeom>
                <a:avLst/>
                <a:gdLst/>
                <a:ahLst/>
                <a:cxnLst/>
                <a:rect l="l" t="t" r="r" b="b"/>
                <a:pathLst>
                  <a:path w="335" h="238" extrusionOk="0">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1402;p46">
                <a:extLst>
                  <a:ext uri="{FF2B5EF4-FFF2-40B4-BE49-F238E27FC236}">
                    <a16:creationId xmlns:a16="http://schemas.microsoft.com/office/drawing/2014/main" id="{D6BA4720-6145-5F68-9CFD-3238CC4E145A}"/>
                  </a:ext>
                </a:extLst>
              </p:cNvPr>
              <p:cNvSpPr/>
              <p:nvPr/>
            </p:nvSpPr>
            <p:spPr>
              <a:xfrm>
                <a:off x="2924372" y="1697628"/>
                <a:ext cx="322400" cy="369276"/>
              </a:xfrm>
              <a:custGeom>
                <a:avLst/>
                <a:gdLst/>
                <a:ahLst/>
                <a:cxnLst/>
                <a:rect l="l" t="t" r="r" b="b"/>
                <a:pathLst>
                  <a:path w="369" h="422" extrusionOk="0">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1403;p46">
                <a:extLst>
                  <a:ext uri="{FF2B5EF4-FFF2-40B4-BE49-F238E27FC236}">
                    <a16:creationId xmlns:a16="http://schemas.microsoft.com/office/drawing/2014/main" id="{3A615565-5478-087E-6504-C098694C2D30}"/>
                  </a:ext>
                </a:extLst>
              </p:cNvPr>
              <p:cNvSpPr/>
              <p:nvPr/>
            </p:nvSpPr>
            <p:spPr>
              <a:xfrm>
                <a:off x="2942549" y="1733025"/>
                <a:ext cx="304223" cy="323357"/>
              </a:xfrm>
              <a:custGeom>
                <a:avLst/>
                <a:gdLst/>
                <a:ahLst/>
                <a:cxnLst/>
                <a:rect l="l" t="t" r="r" b="b"/>
                <a:pathLst>
                  <a:path w="348" h="369" extrusionOk="0">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1404;p46">
                <a:extLst>
                  <a:ext uri="{FF2B5EF4-FFF2-40B4-BE49-F238E27FC236}">
                    <a16:creationId xmlns:a16="http://schemas.microsoft.com/office/drawing/2014/main" id="{9FDBB6A5-4934-205C-5980-1A52B903E54C}"/>
                  </a:ext>
                </a:extLst>
              </p:cNvPr>
              <p:cNvSpPr/>
              <p:nvPr/>
            </p:nvSpPr>
            <p:spPr>
              <a:xfrm>
                <a:off x="2904282" y="2056382"/>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1405;p46">
                <a:extLst>
                  <a:ext uri="{FF2B5EF4-FFF2-40B4-BE49-F238E27FC236}">
                    <a16:creationId xmlns:a16="http://schemas.microsoft.com/office/drawing/2014/main" id="{765D55FC-524B-F963-7B46-86EEFEBE22B2}"/>
                  </a:ext>
                </a:extLst>
              </p:cNvPr>
              <p:cNvSpPr/>
              <p:nvPr/>
            </p:nvSpPr>
            <p:spPr>
              <a:xfrm>
                <a:off x="2904282" y="2118566"/>
                <a:ext cx="393194" cy="41137"/>
              </a:xfrm>
              <a:custGeom>
                <a:avLst/>
                <a:gdLst/>
                <a:ahLst/>
                <a:cxnLst/>
                <a:rect l="l" t="t" r="r" b="b"/>
                <a:pathLst>
                  <a:path w="450" h="47" extrusionOk="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1406;p46">
                <a:extLst>
                  <a:ext uri="{FF2B5EF4-FFF2-40B4-BE49-F238E27FC236}">
                    <a16:creationId xmlns:a16="http://schemas.microsoft.com/office/drawing/2014/main" id="{084401B3-DB74-89CB-1E97-71D2DEA29A80}"/>
                  </a:ext>
                </a:extLst>
              </p:cNvPr>
              <p:cNvSpPr/>
              <p:nvPr/>
            </p:nvSpPr>
            <p:spPr>
              <a:xfrm>
                <a:off x="2904282" y="2181706"/>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1407;p46">
                <a:extLst>
                  <a:ext uri="{FF2B5EF4-FFF2-40B4-BE49-F238E27FC236}">
                    <a16:creationId xmlns:a16="http://schemas.microsoft.com/office/drawing/2014/main" id="{E2DD14A3-7C95-0790-0539-40AB68A38A6B}"/>
                  </a:ext>
                </a:extLst>
              </p:cNvPr>
              <p:cNvSpPr/>
              <p:nvPr/>
            </p:nvSpPr>
            <p:spPr>
              <a:xfrm>
                <a:off x="3026737" y="2306074"/>
                <a:ext cx="148285" cy="76534"/>
              </a:xfrm>
              <a:custGeom>
                <a:avLst/>
                <a:gdLst/>
                <a:ahLst/>
                <a:cxnLst/>
                <a:rect l="l" t="t" r="r" b="b"/>
                <a:pathLst>
                  <a:path w="170" h="87" extrusionOk="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 name="Google Shape;1408;p46">
              <a:extLst>
                <a:ext uri="{FF2B5EF4-FFF2-40B4-BE49-F238E27FC236}">
                  <a16:creationId xmlns:a16="http://schemas.microsoft.com/office/drawing/2014/main" id="{04C869AD-7AD6-FC89-6B32-187E0DD6163E}"/>
                </a:ext>
              </a:extLst>
            </p:cNvPr>
            <p:cNvGrpSpPr/>
            <p:nvPr/>
          </p:nvGrpSpPr>
          <p:grpSpPr>
            <a:xfrm>
              <a:off x="5954721" y="2930236"/>
              <a:ext cx="821542" cy="769820"/>
              <a:chOff x="1932280" y="1331475"/>
              <a:chExt cx="637200" cy="597084"/>
            </a:xfrm>
          </p:grpSpPr>
          <p:sp>
            <p:nvSpPr>
              <p:cNvPr id="19" name="Google Shape;1409;p46">
                <a:extLst>
                  <a:ext uri="{FF2B5EF4-FFF2-40B4-BE49-F238E27FC236}">
                    <a16:creationId xmlns:a16="http://schemas.microsoft.com/office/drawing/2014/main" id="{572A97F1-E1FF-A755-8FB7-0E286AFEEB03}"/>
                  </a:ext>
                </a:extLst>
              </p:cNvPr>
              <p:cNvSpPr/>
              <p:nvPr/>
            </p:nvSpPr>
            <p:spPr>
              <a:xfrm>
                <a:off x="1932280" y="1393658"/>
                <a:ext cx="637200" cy="53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1410;p46">
                <a:extLst>
                  <a:ext uri="{FF2B5EF4-FFF2-40B4-BE49-F238E27FC236}">
                    <a16:creationId xmlns:a16="http://schemas.microsoft.com/office/drawing/2014/main" id="{C62549B1-758F-9B0F-15C1-F7A4CE7EC9DC}"/>
                  </a:ext>
                </a:extLst>
              </p:cNvPr>
              <p:cNvSpPr/>
              <p:nvPr/>
            </p:nvSpPr>
            <p:spPr>
              <a:xfrm>
                <a:off x="2033687" y="1869127"/>
                <a:ext cx="993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1411;p46">
                <a:extLst>
                  <a:ext uri="{FF2B5EF4-FFF2-40B4-BE49-F238E27FC236}">
                    <a16:creationId xmlns:a16="http://schemas.microsoft.com/office/drawing/2014/main" id="{E74C22FF-CD5C-007D-1B78-E5C22E8831FB}"/>
                  </a:ext>
                </a:extLst>
              </p:cNvPr>
              <p:cNvSpPr/>
              <p:nvPr/>
            </p:nvSpPr>
            <p:spPr>
              <a:xfrm>
                <a:off x="1977243" y="1857647"/>
                <a:ext cx="38400" cy="39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1412;p46">
                <a:extLst>
                  <a:ext uri="{FF2B5EF4-FFF2-40B4-BE49-F238E27FC236}">
                    <a16:creationId xmlns:a16="http://schemas.microsoft.com/office/drawing/2014/main" id="{2AD5701E-B913-A90E-44D4-AA0028A2234C}"/>
                  </a:ext>
                </a:extLst>
              </p:cNvPr>
              <p:cNvSpPr/>
              <p:nvPr/>
            </p:nvSpPr>
            <p:spPr>
              <a:xfrm>
                <a:off x="2432621" y="1869127"/>
                <a:ext cx="1005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1413;p46">
                <a:extLst>
                  <a:ext uri="{FF2B5EF4-FFF2-40B4-BE49-F238E27FC236}">
                    <a16:creationId xmlns:a16="http://schemas.microsoft.com/office/drawing/2014/main" id="{E2F3C7F8-6D67-DE88-54DA-FED3572B2172}"/>
                  </a:ext>
                </a:extLst>
              </p:cNvPr>
              <p:cNvSpPr/>
              <p:nvPr/>
            </p:nvSpPr>
            <p:spPr>
              <a:xfrm>
                <a:off x="2377133" y="1857647"/>
                <a:ext cx="39300" cy="393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1414;p46">
                <a:extLst>
                  <a:ext uri="{FF2B5EF4-FFF2-40B4-BE49-F238E27FC236}">
                    <a16:creationId xmlns:a16="http://schemas.microsoft.com/office/drawing/2014/main" id="{787581D2-13BE-A3A4-9819-1D05C9532E18}"/>
                  </a:ext>
                </a:extLst>
              </p:cNvPr>
              <p:cNvSpPr/>
              <p:nvPr/>
            </p:nvSpPr>
            <p:spPr>
              <a:xfrm>
                <a:off x="1932280" y="1331475"/>
                <a:ext cx="637146" cy="62184"/>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1415;p46">
                <a:extLst>
                  <a:ext uri="{FF2B5EF4-FFF2-40B4-BE49-F238E27FC236}">
                    <a16:creationId xmlns:a16="http://schemas.microsoft.com/office/drawing/2014/main" id="{7F836F02-A880-2948-848F-4395A6DC38EB}"/>
                  </a:ext>
                </a:extLst>
              </p:cNvPr>
              <p:cNvSpPr/>
              <p:nvPr/>
            </p:nvSpPr>
            <p:spPr>
              <a:xfrm>
                <a:off x="1959067"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1416;p46">
                <a:extLst>
                  <a:ext uri="{FF2B5EF4-FFF2-40B4-BE49-F238E27FC236}">
                    <a16:creationId xmlns:a16="http://schemas.microsoft.com/office/drawing/2014/main" id="{1FD971F6-948A-67C0-092D-F5C997A35282}"/>
                  </a:ext>
                </a:extLst>
              </p:cNvPr>
              <p:cNvSpPr/>
              <p:nvPr/>
            </p:nvSpPr>
            <p:spPr>
              <a:xfrm>
                <a:off x="2003074"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1417;p46">
                <a:extLst>
                  <a:ext uri="{FF2B5EF4-FFF2-40B4-BE49-F238E27FC236}">
                    <a16:creationId xmlns:a16="http://schemas.microsoft.com/office/drawing/2014/main" id="{D919CF54-CBAF-17F9-600A-E83FEB389BB5}"/>
                  </a:ext>
                </a:extLst>
              </p:cNvPr>
              <p:cNvSpPr/>
              <p:nvPr/>
            </p:nvSpPr>
            <p:spPr>
              <a:xfrm>
                <a:off x="2047081" y="1348695"/>
                <a:ext cx="297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1418;p46">
                <a:extLst>
                  <a:ext uri="{FF2B5EF4-FFF2-40B4-BE49-F238E27FC236}">
                    <a16:creationId xmlns:a16="http://schemas.microsoft.com/office/drawing/2014/main" id="{0E2835C5-B115-B60B-D30D-FCB1C0D8865B}"/>
                  </a:ext>
                </a:extLst>
              </p:cNvPr>
              <p:cNvSpPr/>
              <p:nvPr/>
            </p:nvSpPr>
            <p:spPr>
              <a:xfrm>
                <a:off x="2045167" y="1431925"/>
                <a:ext cx="411300" cy="4113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1419;p46">
                <a:extLst>
                  <a:ext uri="{FF2B5EF4-FFF2-40B4-BE49-F238E27FC236}">
                    <a16:creationId xmlns:a16="http://schemas.microsoft.com/office/drawing/2014/main" id="{F4F8C344-DF2B-F4D0-7269-6C5F581FA7EE}"/>
                  </a:ext>
                </a:extLst>
              </p:cNvPr>
              <p:cNvSpPr/>
              <p:nvPr/>
            </p:nvSpPr>
            <p:spPr>
              <a:xfrm>
                <a:off x="2115004" y="1502719"/>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1420;p46">
                <a:extLst>
                  <a:ext uri="{FF2B5EF4-FFF2-40B4-BE49-F238E27FC236}">
                    <a16:creationId xmlns:a16="http://schemas.microsoft.com/office/drawing/2014/main" id="{FDD3A5A6-0405-1272-A904-E49101D2EB36}"/>
                  </a:ext>
                </a:extLst>
              </p:cNvPr>
              <p:cNvSpPr/>
              <p:nvPr/>
            </p:nvSpPr>
            <p:spPr>
              <a:xfrm>
                <a:off x="2093958" y="1495066"/>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 name="Google Shape;1421;p46">
              <a:extLst>
                <a:ext uri="{FF2B5EF4-FFF2-40B4-BE49-F238E27FC236}">
                  <a16:creationId xmlns:a16="http://schemas.microsoft.com/office/drawing/2014/main" id="{60E7C6C1-DC35-685D-A02F-662624FDA083}"/>
                </a:ext>
              </a:extLst>
            </p:cNvPr>
            <p:cNvSpPr/>
            <p:nvPr/>
          </p:nvSpPr>
          <p:spPr>
            <a:xfrm>
              <a:off x="6979977" y="3349174"/>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422;p46">
              <a:extLst>
                <a:ext uri="{FF2B5EF4-FFF2-40B4-BE49-F238E27FC236}">
                  <a16:creationId xmlns:a16="http://schemas.microsoft.com/office/drawing/2014/main" id="{D59460F5-5182-0B00-99D6-89BD8A6B1ECA}"/>
                </a:ext>
              </a:extLst>
            </p:cNvPr>
            <p:cNvSpPr/>
            <p:nvPr/>
          </p:nvSpPr>
          <p:spPr>
            <a:xfrm>
              <a:off x="6594533" y="924631"/>
              <a:ext cx="301600" cy="49757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23;p46">
              <a:extLst>
                <a:ext uri="{FF2B5EF4-FFF2-40B4-BE49-F238E27FC236}">
                  <a16:creationId xmlns:a16="http://schemas.microsoft.com/office/drawing/2014/main" id="{5D9686A6-FA98-05E6-DFC5-46CF34EF1DCF}"/>
                </a:ext>
              </a:extLst>
            </p:cNvPr>
            <p:cNvSpPr/>
            <p:nvPr/>
          </p:nvSpPr>
          <p:spPr>
            <a:xfrm>
              <a:off x="5875411" y="1319404"/>
              <a:ext cx="200575" cy="197948"/>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424;p46">
              <a:extLst>
                <a:ext uri="{FF2B5EF4-FFF2-40B4-BE49-F238E27FC236}">
                  <a16:creationId xmlns:a16="http://schemas.microsoft.com/office/drawing/2014/main" id="{45BE091A-B6B7-A88C-3EE3-CAFAAD51B7E6}"/>
                </a:ext>
              </a:extLst>
            </p:cNvPr>
            <p:cNvSpPr/>
            <p:nvPr/>
          </p:nvSpPr>
          <p:spPr>
            <a:xfrm>
              <a:off x="5619684" y="3111425"/>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 name="Google Shape;1425;p46">
              <a:extLst>
                <a:ext uri="{FF2B5EF4-FFF2-40B4-BE49-F238E27FC236}">
                  <a16:creationId xmlns:a16="http://schemas.microsoft.com/office/drawing/2014/main" id="{307ED988-F7D7-8064-7646-DC0A14E0F027}"/>
                </a:ext>
              </a:extLst>
            </p:cNvPr>
            <p:cNvGrpSpPr/>
            <p:nvPr/>
          </p:nvGrpSpPr>
          <p:grpSpPr>
            <a:xfrm>
              <a:off x="7530569" y="1422202"/>
              <a:ext cx="415198" cy="415198"/>
              <a:chOff x="1404969" y="1106377"/>
              <a:chExt cx="415198" cy="415198"/>
            </a:xfrm>
          </p:grpSpPr>
          <p:sp>
            <p:nvSpPr>
              <p:cNvPr id="17" name="Google Shape;1426;p46">
                <a:extLst>
                  <a:ext uri="{FF2B5EF4-FFF2-40B4-BE49-F238E27FC236}">
                    <a16:creationId xmlns:a16="http://schemas.microsoft.com/office/drawing/2014/main" id="{C6BC987F-75E8-E552-0A37-EE14ACBD1B97}"/>
                  </a:ext>
                </a:extLst>
              </p:cNvPr>
              <p:cNvSpPr/>
              <p:nvPr/>
            </p:nvSpPr>
            <p:spPr>
              <a:xfrm>
                <a:off x="1404969" y="1106377"/>
                <a:ext cx="415198" cy="415198"/>
              </a:xfrm>
              <a:custGeom>
                <a:avLst/>
                <a:gdLst/>
                <a:ahLst/>
                <a:cxnLst/>
                <a:rect l="l" t="t" r="r" b="b"/>
                <a:pathLst>
                  <a:path w="474" h="474" extrusionOk="0">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427;p46">
                <a:extLst>
                  <a:ext uri="{FF2B5EF4-FFF2-40B4-BE49-F238E27FC236}">
                    <a16:creationId xmlns:a16="http://schemas.microsoft.com/office/drawing/2014/main" id="{3F0889A8-BFAF-F532-153D-3086433E2312}"/>
                  </a:ext>
                </a:extLst>
              </p:cNvPr>
              <p:cNvSpPr/>
              <p:nvPr/>
            </p:nvSpPr>
            <p:spPr>
              <a:xfrm>
                <a:off x="1460456" y="1163778"/>
                <a:ext cx="304223" cy="299440"/>
              </a:xfrm>
              <a:custGeom>
                <a:avLst/>
                <a:gdLst/>
                <a:ahLst/>
                <a:cxnLst/>
                <a:rect l="l" t="t" r="r" b="b"/>
                <a:pathLst>
                  <a:path w="348" h="343" extrusionOk="0">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6E5D05-DA19-CEFE-EA29-E83DE56AC3CC}"/>
              </a:ext>
            </a:extLst>
          </p:cNvPr>
          <p:cNvPicPr>
            <a:picLocks noChangeAspect="1"/>
          </p:cNvPicPr>
          <p:nvPr/>
        </p:nvPicPr>
        <p:blipFill>
          <a:blip r:embed="rId2"/>
          <a:stretch>
            <a:fillRect/>
          </a:stretch>
        </p:blipFill>
        <p:spPr>
          <a:xfrm>
            <a:off x="523373" y="1038619"/>
            <a:ext cx="8097253" cy="3642084"/>
          </a:xfrm>
          <a:prstGeom prst="rect">
            <a:avLst/>
          </a:prstGeom>
        </p:spPr>
      </p:pic>
      <p:sp>
        <p:nvSpPr>
          <p:cNvPr id="6" name="Google Shape;1080;p37">
            <a:extLst>
              <a:ext uri="{FF2B5EF4-FFF2-40B4-BE49-F238E27FC236}">
                <a16:creationId xmlns:a16="http://schemas.microsoft.com/office/drawing/2014/main" id="{17D22DD2-170C-4C5C-158B-2B2E25B24CCB}"/>
              </a:ext>
            </a:extLst>
          </p:cNvPr>
          <p:cNvSpPr txBox="1">
            <a:spLocks noGrp="1"/>
          </p:cNvSpPr>
          <p:nvPr>
            <p:ph type="title"/>
          </p:nvPr>
        </p:nvSpPr>
        <p:spPr>
          <a:xfrm>
            <a:off x="1695272" y="98393"/>
            <a:ext cx="4000210" cy="76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Data Processing</a:t>
            </a:r>
            <a:endParaRPr sz="4000" dirty="0"/>
          </a:p>
        </p:txBody>
      </p:sp>
    </p:spTree>
    <p:extLst>
      <p:ext uri="{BB962C8B-B14F-4D97-AF65-F5344CB8AC3E}">
        <p14:creationId xmlns:p14="http://schemas.microsoft.com/office/powerpoint/2010/main" val="1081281459"/>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80;p37">
            <a:extLst>
              <a:ext uri="{FF2B5EF4-FFF2-40B4-BE49-F238E27FC236}">
                <a16:creationId xmlns:a16="http://schemas.microsoft.com/office/drawing/2014/main" id="{0324A58C-4235-9A75-B80F-ED8BBB607CD4}"/>
              </a:ext>
            </a:extLst>
          </p:cNvPr>
          <p:cNvSpPr txBox="1">
            <a:spLocks noGrp="1"/>
          </p:cNvSpPr>
          <p:nvPr>
            <p:ph type="title"/>
          </p:nvPr>
        </p:nvSpPr>
        <p:spPr>
          <a:xfrm>
            <a:off x="1374430" y="162561"/>
            <a:ext cx="4000210" cy="76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Data Processing</a:t>
            </a:r>
            <a:endParaRPr sz="4000" dirty="0"/>
          </a:p>
        </p:txBody>
      </p:sp>
      <p:sp>
        <p:nvSpPr>
          <p:cNvPr id="8" name="TextBox 7">
            <a:extLst>
              <a:ext uri="{FF2B5EF4-FFF2-40B4-BE49-F238E27FC236}">
                <a16:creationId xmlns:a16="http://schemas.microsoft.com/office/drawing/2014/main" id="{DFFCA8D8-D17F-4C2E-29A0-CD53B234B5BE}"/>
              </a:ext>
            </a:extLst>
          </p:cNvPr>
          <p:cNvSpPr txBox="1"/>
          <p:nvPr/>
        </p:nvSpPr>
        <p:spPr>
          <a:xfrm>
            <a:off x="511019" y="1182882"/>
            <a:ext cx="5566610" cy="566758"/>
          </a:xfrm>
          <a:prstGeom prst="rect">
            <a:avLst/>
          </a:prstGeom>
          <a:noFill/>
        </p:spPr>
        <p:txBody>
          <a:bodyPr wrap="square">
            <a:spAutoFit/>
          </a:bodyPr>
          <a:lstStyle/>
          <a:p>
            <a:pPr marL="457200" marR="0" indent="-320040" algn="l" rtl="0">
              <a:lnSpc>
                <a:spcPct val="115000"/>
              </a:lnSpc>
              <a:buNone/>
            </a:pPr>
            <a:r>
              <a:rPr lang="en-US" sz="1400" b="1" i="0" dirty="0">
                <a:solidFill>
                  <a:srgbClr val="334157"/>
                </a:solidFill>
                <a:effectLst/>
                <a:latin typeface="DM Sans" pitchFamily="2" charset="0"/>
                <a:ea typeface="DM Sans" pitchFamily="2" charset="0"/>
                <a:cs typeface="DM Sans" pitchFamily="2" charset="0"/>
              </a:rPr>
              <a:t>0.2 Loading the Dataset and Print the first rows:</a:t>
            </a:r>
          </a:p>
          <a:p>
            <a:pPr marL="457200" marR="0" indent="-320040" algn="l" rtl="0">
              <a:lnSpc>
                <a:spcPct val="115000"/>
              </a:lnSpc>
              <a:buNone/>
            </a:pPr>
            <a:endParaRPr lang="en-US" dirty="0">
              <a:effectLst/>
            </a:endParaRPr>
          </a:p>
        </p:txBody>
      </p:sp>
      <p:pic>
        <p:nvPicPr>
          <p:cNvPr id="10" name="Picture 9">
            <a:extLst>
              <a:ext uri="{FF2B5EF4-FFF2-40B4-BE49-F238E27FC236}">
                <a16:creationId xmlns:a16="http://schemas.microsoft.com/office/drawing/2014/main" id="{8D023644-C3B7-C616-797E-FAFE37913F26}"/>
              </a:ext>
            </a:extLst>
          </p:cNvPr>
          <p:cNvPicPr>
            <a:picLocks noChangeAspect="1"/>
          </p:cNvPicPr>
          <p:nvPr/>
        </p:nvPicPr>
        <p:blipFill>
          <a:blip r:embed="rId2"/>
          <a:stretch>
            <a:fillRect/>
          </a:stretch>
        </p:blipFill>
        <p:spPr>
          <a:xfrm>
            <a:off x="1164311" y="1809749"/>
            <a:ext cx="6481011" cy="762001"/>
          </a:xfrm>
          <a:prstGeom prst="rect">
            <a:avLst/>
          </a:prstGeom>
        </p:spPr>
      </p:pic>
      <p:pic>
        <p:nvPicPr>
          <p:cNvPr id="12" name="Picture 11">
            <a:extLst>
              <a:ext uri="{FF2B5EF4-FFF2-40B4-BE49-F238E27FC236}">
                <a16:creationId xmlns:a16="http://schemas.microsoft.com/office/drawing/2014/main" id="{62A028AE-E676-6237-03AA-AA40BF9CB4D1}"/>
              </a:ext>
            </a:extLst>
          </p:cNvPr>
          <p:cNvPicPr>
            <a:picLocks noChangeAspect="1"/>
          </p:cNvPicPr>
          <p:nvPr/>
        </p:nvPicPr>
        <p:blipFill>
          <a:blip r:embed="rId3"/>
          <a:stretch>
            <a:fillRect/>
          </a:stretch>
        </p:blipFill>
        <p:spPr>
          <a:xfrm>
            <a:off x="511019" y="2737026"/>
            <a:ext cx="8165432" cy="1867945"/>
          </a:xfrm>
          <a:prstGeom prst="rect">
            <a:avLst/>
          </a:prstGeom>
        </p:spPr>
      </p:pic>
    </p:spTree>
    <p:extLst>
      <p:ext uri="{BB962C8B-B14F-4D97-AF65-F5344CB8AC3E}">
        <p14:creationId xmlns:p14="http://schemas.microsoft.com/office/powerpoint/2010/main" val="1061141733"/>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080;p37">
            <a:extLst>
              <a:ext uri="{FF2B5EF4-FFF2-40B4-BE49-F238E27FC236}">
                <a16:creationId xmlns:a16="http://schemas.microsoft.com/office/drawing/2014/main" id="{9F343CC9-7D0C-01DC-9E1E-DFF20845C57C}"/>
              </a:ext>
            </a:extLst>
          </p:cNvPr>
          <p:cNvSpPr txBox="1">
            <a:spLocks noGrp="1"/>
          </p:cNvSpPr>
          <p:nvPr>
            <p:ph type="title"/>
          </p:nvPr>
        </p:nvSpPr>
        <p:spPr>
          <a:xfrm>
            <a:off x="1374430" y="162561"/>
            <a:ext cx="4000210" cy="76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Data Processing</a:t>
            </a:r>
            <a:endParaRPr sz="4000" dirty="0"/>
          </a:p>
        </p:txBody>
      </p:sp>
      <p:grpSp>
        <p:nvGrpSpPr>
          <p:cNvPr id="9" name="Group 8">
            <a:extLst>
              <a:ext uri="{FF2B5EF4-FFF2-40B4-BE49-F238E27FC236}">
                <a16:creationId xmlns:a16="http://schemas.microsoft.com/office/drawing/2014/main" id="{F03491F8-C7C8-15A1-F4D8-E054D1592ADD}"/>
              </a:ext>
            </a:extLst>
          </p:cNvPr>
          <p:cNvGrpSpPr/>
          <p:nvPr/>
        </p:nvGrpSpPr>
        <p:grpSpPr>
          <a:xfrm>
            <a:off x="1692442" y="1962409"/>
            <a:ext cx="5254937" cy="3018530"/>
            <a:chOff x="981399" y="915518"/>
            <a:chExt cx="6283992" cy="3949822"/>
          </a:xfrm>
        </p:grpSpPr>
        <p:pic>
          <p:nvPicPr>
            <p:cNvPr id="4098" name="Picture 2">
              <a:extLst>
                <a:ext uri="{FF2B5EF4-FFF2-40B4-BE49-F238E27FC236}">
                  <a16:creationId xmlns:a16="http://schemas.microsoft.com/office/drawing/2014/main" id="{E292533A-F7F7-6D89-BC66-C1705E8C79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2" b="84464"/>
            <a:stretch/>
          </p:blipFill>
          <p:spPr bwMode="auto">
            <a:xfrm>
              <a:off x="1189946" y="915518"/>
              <a:ext cx="6075445" cy="56176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EBB6462-5E1A-A358-8EC7-9ED2974C246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7" t="6393" r="-1"/>
            <a:stretch/>
          </p:blipFill>
          <p:spPr bwMode="auto">
            <a:xfrm>
              <a:off x="981399" y="1477283"/>
              <a:ext cx="6283992" cy="3388057"/>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7">
            <a:extLst>
              <a:ext uri="{FF2B5EF4-FFF2-40B4-BE49-F238E27FC236}">
                <a16:creationId xmlns:a16="http://schemas.microsoft.com/office/drawing/2014/main" id="{3AC9E6FB-20A1-E268-A9AA-8C5682B669F4}"/>
              </a:ext>
            </a:extLst>
          </p:cNvPr>
          <p:cNvSpPr/>
          <p:nvPr/>
        </p:nvSpPr>
        <p:spPr>
          <a:xfrm>
            <a:off x="5767138" y="2262916"/>
            <a:ext cx="978568" cy="100895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Subtitle 2">
            <a:extLst>
              <a:ext uri="{FF2B5EF4-FFF2-40B4-BE49-F238E27FC236}">
                <a16:creationId xmlns:a16="http://schemas.microsoft.com/office/drawing/2014/main" id="{98BDF18F-6B5A-EB06-7604-6727EA69C32D}"/>
              </a:ext>
            </a:extLst>
          </p:cNvPr>
          <p:cNvSpPr>
            <a:spLocks noGrp="1"/>
          </p:cNvSpPr>
          <p:nvPr>
            <p:ph type="subTitle" idx="1"/>
          </p:nvPr>
        </p:nvSpPr>
        <p:spPr>
          <a:xfrm>
            <a:off x="623368" y="845021"/>
            <a:ext cx="8175727" cy="1626240"/>
          </a:xfrm>
        </p:spPr>
        <p:txBody>
          <a:bodyPr/>
          <a:lstStyle/>
          <a:p>
            <a:r>
              <a:rPr lang="en-US" b="1" dirty="0">
                <a:solidFill>
                  <a:schemeClr val="bg1">
                    <a:lumMod val="50000"/>
                  </a:schemeClr>
                </a:solidFill>
              </a:rPr>
              <a:t>Visualizing Missing Datang </a:t>
            </a:r>
          </a:p>
          <a:p>
            <a:pPr marL="139700" indent="0"/>
            <a:r>
              <a:rPr lang="en-US" dirty="0"/>
              <a:t>the percentage of missing values for each feature in the dataset. If missing values exist, it visualizes them using a horizontal bar chart; otherwise, it displays a message indicating that there are no missing values.</a:t>
            </a:r>
          </a:p>
        </p:txBody>
      </p:sp>
    </p:spTree>
    <p:extLst>
      <p:ext uri="{BB962C8B-B14F-4D97-AF65-F5344CB8AC3E}">
        <p14:creationId xmlns:p14="http://schemas.microsoft.com/office/powerpoint/2010/main" val="1464794795"/>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AB23027-1BD7-4AB3-E53E-810CD0E807D5}"/>
              </a:ext>
            </a:extLst>
          </p:cNvPr>
          <p:cNvSpPr>
            <a:spLocks noGrp="1"/>
          </p:cNvSpPr>
          <p:nvPr>
            <p:ph type="subTitle" idx="1"/>
          </p:nvPr>
        </p:nvSpPr>
        <p:spPr>
          <a:xfrm>
            <a:off x="631389" y="945510"/>
            <a:ext cx="6780063" cy="1626240"/>
          </a:xfrm>
        </p:spPr>
        <p:txBody>
          <a:bodyPr/>
          <a:lstStyle/>
          <a:p>
            <a:r>
              <a:rPr lang="en-US" b="1" dirty="0">
                <a:solidFill>
                  <a:schemeClr val="bg1">
                    <a:lumMod val="50000"/>
                  </a:schemeClr>
                </a:solidFill>
              </a:rPr>
              <a:t>0.3 Cleaning the Data</a:t>
            </a:r>
          </a:p>
          <a:p>
            <a:pPr>
              <a:buFont typeface="Arial" panose="020B0604020202020204" pitchFamily="34" charset="0"/>
              <a:buChar char="•"/>
            </a:pPr>
            <a:r>
              <a:rPr lang="en-US" dirty="0"/>
              <a:t>Renamed columns for better readability and understanding:</a:t>
            </a:r>
          </a:p>
          <a:p>
            <a:pPr>
              <a:buFont typeface="Arial" panose="020B0604020202020204" pitchFamily="34" charset="0"/>
              <a:buChar char="•"/>
            </a:pPr>
            <a:r>
              <a:rPr lang="en-US" dirty="0"/>
              <a:t>Reorder columns to make 'CO' the last column</a:t>
            </a:r>
          </a:p>
          <a:p>
            <a:pPr>
              <a:buFont typeface="Arial" panose="020B0604020202020204" pitchFamily="34" charset="0"/>
              <a:buChar char="•"/>
            </a:pPr>
            <a:r>
              <a:rPr lang="en-US" dirty="0"/>
              <a:t>Removing Unnamed columns</a:t>
            </a:r>
          </a:p>
        </p:txBody>
      </p:sp>
      <p:sp>
        <p:nvSpPr>
          <p:cNvPr id="6" name="Google Shape;1080;p37">
            <a:extLst>
              <a:ext uri="{FF2B5EF4-FFF2-40B4-BE49-F238E27FC236}">
                <a16:creationId xmlns:a16="http://schemas.microsoft.com/office/drawing/2014/main" id="{A7497C41-78F5-DD11-E54B-920C7FD7BB53}"/>
              </a:ext>
            </a:extLst>
          </p:cNvPr>
          <p:cNvSpPr txBox="1">
            <a:spLocks/>
          </p:cNvSpPr>
          <p:nvPr/>
        </p:nvSpPr>
        <p:spPr>
          <a:xfrm>
            <a:off x="1374430" y="162561"/>
            <a:ext cx="4000210" cy="762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9600"/>
              <a:buFont typeface="Baloo 2 ExtraBold"/>
              <a:buNone/>
              <a:defRPr sz="6000" b="0" i="0" u="none" strike="noStrike" cap="none">
                <a:solidFill>
                  <a:schemeClr val="lt1"/>
                </a:solidFill>
                <a:latin typeface="Baloo 2 ExtraBold"/>
                <a:ea typeface="Baloo 2 ExtraBold"/>
                <a:cs typeface="Baloo 2 ExtraBold"/>
                <a:sym typeface="Baloo 2 ExtraBold"/>
              </a:defRPr>
            </a:lvl1pPr>
            <a:lvl2pPr marR="0" lvl="1"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2pPr>
            <a:lvl3pPr marR="0" lvl="2"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3pPr>
            <a:lvl4pPr marR="0" lvl="3"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4pPr>
            <a:lvl5pPr marR="0" lvl="4"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5pPr>
            <a:lvl6pPr marR="0" lvl="5"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6pPr>
            <a:lvl7pPr marR="0" lvl="6"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7pPr>
            <a:lvl8pPr marR="0" lvl="7"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8pPr>
            <a:lvl9pPr marR="0" lvl="8"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9pPr>
          </a:lstStyle>
          <a:p>
            <a:r>
              <a:rPr lang="en-US" sz="4000" dirty="0"/>
              <a:t>Data Processing</a:t>
            </a:r>
          </a:p>
        </p:txBody>
      </p:sp>
      <p:pic>
        <p:nvPicPr>
          <p:cNvPr id="8" name="Picture 7">
            <a:extLst>
              <a:ext uri="{FF2B5EF4-FFF2-40B4-BE49-F238E27FC236}">
                <a16:creationId xmlns:a16="http://schemas.microsoft.com/office/drawing/2014/main" id="{FB58E999-20AC-809A-B1FD-0A9AD46115CA}"/>
              </a:ext>
            </a:extLst>
          </p:cNvPr>
          <p:cNvPicPr>
            <a:picLocks noChangeAspect="1"/>
          </p:cNvPicPr>
          <p:nvPr/>
        </p:nvPicPr>
        <p:blipFill>
          <a:blip r:embed="rId2"/>
          <a:stretch>
            <a:fillRect/>
          </a:stretch>
        </p:blipFill>
        <p:spPr>
          <a:xfrm>
            <a:off x="248652" y="2571750"/>
            <a:ext cx="8758989" cy="1299885"/>
          </a:xfrm>
          <a:prstGeom prst="rect">
            <a:avLst/>
          </a:prstGeom>
        </p:spPr>
      </p:pic>
    </p:spTree>
    <p:extLst>
      <p:ext uri="{BB962C8B-B14F-4D97-AF65-F5344CB8AC3E}">
        <p14:creationId xmlns:p14="http://schemas.microsoft.com/office/powerpoint/2010/main" val="4143340729"/>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86AA0-D58C-B8C4-689B-EA46827774E0}"/>
            </a:ext>
          </a:extLst>
        </p:cNvPr>
        <p:cNvGrpSpPr/>
        <p:nvPr/>
      </p:nvGrpSpPr>
      <p:grpSpPr>
        <a:xfrm>
          <a:off x="0" y="0"/>
          <a:ext cx="0" cy="0"/>
          <a:chOff x="0" y="0"/>
          <a:chExt cx="0" cy="0"/>
        </a:xfrm>
      </p:grpSpPr>
      <p:sp>
        <p:nvSpPr>
          <p:cNvPr id="4" name="Google Shape;1080;p37">
            <a:extLst>
              <a:ext uri="{FF2B5EF4-FFF2-40B4-BE49-F238E27FC236}">
                <a16:creationId xmlns:a16="http://schemas.microsoft.com/office/drawing/2014/main" id="{DB6D1DD5-B0F4-3199-48EA-56BFD386842E}"/>
              </a:ext>
            </a:extLst>
          </p:cNvPr>
          <p:cNvSpPr txBox="1">
            <a:spLocks/>
          </p:cNvSpPr>
          <p:nvPr/>
        </p:nvSpPr>
        <p:spPr>
          <a:xfrm>
            <a:off x="1374430" y="162561"/>
            <a:ext cx="4000210" cy="762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9600"/>
              <a:buFont typeface="Baloo 2 ExtraBold"/>
              <a:buNone/>
              <a:defRPr sz="6000" b="0" i="0" u="none" strike="noStrike" cap="none">
                <a:solidFill>
                  <a:schemeClr val="lt1"/>
                </a:solidFill>
                <a:latin typeface="Baloo 2 ExtraBold"/>
                <a:ea typeface="Baloo 2 ExtraBold"/>
                <a:cs typeface="Baloo 2 ExtraBold"/>
                <a:sym typeface="Baloo 2 ExtraBold"/>
              </a:defRPr>
            </a:lvl1pPr>
            <a:lvl2pPr marR="0" lvl="1"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2pPr>
            <a:lvl3pPr marR="0" lvl="2"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3pPr>
            <a:lvl4pPr marR="0" lvl="3"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4pPr>
            <a:lvl5pPr marR="0" lvl="4"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5pPr>
            <a:lvl6pPr marR="0" lvl="5"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6pPr>
            <a:lvl7pPr marR="0" lvl="6"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7pPr>
            <a:lvl8pPr marR="0" lvl="7"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8pPr>
            <a:lvl9pPr marR="0" lvl="8"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9pPr>
          </a:lstStyle>
          <a:p>
            <a:r>
              <a:rPr lang="en-US" sz="4000" dirty="0"/>
              <a:t>Data Processing</a:t>
            </a:r>
          </a:p>
        </p:txBody>
      </p:sp>
      <p:sp>
        <p:nvSpPr>
          <p:cNvPr id="6" name="TextBox 5">
            <a:extLst>
              <a:ext uri="{FF2B5EF4-FFF2-40B4-BE49-F238E27FC236}">
                <a16:creationId xmlns:a16="http://schemas.microsoft.com/office/drawing/2014/main" id="{AF3CBADC-086E-8EB5-FDAC-265507EE083E}"/>
              </a:ext>
            </a:extLst>
          </p:cNvPr>
          <p:cNvSpPr txBox="1"/>
          <p:nvPr/>
        </p:nvSpPr>
        <p:spPr>
          <a:xfrm>
            <a:off x="882316" y="985101"/>
            <a:ext cx="5566610" cy="2440668"/>
          </a:xfrm>
          <a:prstGeom prst="rect">
            <a:avLst/>
          </a:prstGeom>
          <a:noFill/>
        </p:spPr>
        <p:txBody>
          <a:bodyPr wrap="square">
            <a:spAutoFit/>
          </a:bodyPr>
          <a:lstStyle/>
          <a:p>
            <a:r>
              <a:rPr lang="en-US" b="1" dirty="0">
                <a:solidFill>
                  <a:schemeClr val="bg1">
                    <a:lumMod val="50000"/>
                  </a:schemeClr>
                </a:solidFill>
              </a:rPr>
              <a:t>0.3 Cleaning the Data</a:t>
            </a:r>
          </a:p>
          <a:p>
            <a:pPr marL="457200" marR="0" lvl="0" indent="-317500" algn="l" defTabSz="914400" rtl="0" eaLnBrk="1" fontAlgn="auto" latinLnBrk="0" hangingPunct="1">
              <a:lnSpc>
                <a:spcPct val="115000"/>
              </a:lnSpc>
              <a:spcBef>
                <a:spcPts val="0"/>
              </a:spcBef>
              <a:spcAft>
                <a:spcPts val="0"/>
              </a:spcAft>
              <a:buClr>
                <a:srgbClr val="334157"/>
              </a:buClr>
              <a:buSzPts val="1600"/>
              <a:buFont typeface="Arial" panose="020B0604020202020204" pitchFamily="34" charset="0"/>
              <a:buChar char="•"/>
              <a:tabLst/>
              <a:defRPr/>
            </a:pPr>
            <a:endParaRPr kumimoji="0" lang="en-US" sz="1400" b="0" i="0" u="none" strike="noStrike" kern="0" cap="none" spc="0" normalizeH="0" baseline="0" noProof="0" dirty="0">
              <a:ln>
                <a:noFill/>
              </a:ln>
              <a:solidFill>
                <a:srgbClr val="334157"/>
              </a:solidFill>
              <a:effectLst/>
              <a:uLnTx/>
              <a:uFillTx/>
              <a:latin typeface="DM Sans"/>
              <a:sym typeface="DM Sans"/>
            </a:endParaRPr>
          </a:p>
          <a:p>
            <a:pPr marL="139700" marR="0" lvl="0" algn="l" defTabSz="914400" rtl="0" eaLnBrk="1" fontAlgn="auto" latinLnBrk="0" hangingPunct="1">
              <a:lnSpc>
                <a:spcPct val="115000"/>
              </a:lnSpc>
              <a:spcBef>
                <a:spcPts val="0"/>
              </a:spcBef>
              <a:spcAft>
                <a:spcPts val="0"/>
              </a:spcAft>
              <a:buClr>
                <a:srgbClr val="334157"/>
              </a:buClr>
              <a:buSzPts val="1600"/>
              <a:tabLst/>
              <a:defRPr/>
            </a:pPr>
            <a:r>
              <a:rPr kumimoji="0" lang="en-US" sz="1400" b="0" i="0" u="none" strike="noStrike" kern="0" cap="none" spc="0" normalizeH="0" baseline="0" noProof="0" dirty="0">
                <a:ln>
                  <a:noFill/>
                </a:ln>
                <a:solidFill>
                  <a:srgbClr val="334157"/>
                </a:solidFill>
                <a:effectLst/>
                <a:uLnTx/>
                <a:uFillTx/>
                <a:latin typeface="DM Sans"/>
                <a:sym typeface="DM Sans"/>
              </a:rPr>
              <a:t>During the initial inspection of the dataset, it was found that several rows at the end of the CSV file contained only null values (</a:t>
            </a:r>
            <a:r>
              <a:rPr kumimoji="0" lang="en-US" sz="1400" b="0" i="0" u="none" strike="noStrike" kern="0" cap="none" spc="0" normalizeH="0" baseline="0" noProof="0" dirty="0" err="1">
                <a:ln>
                  <a:noFill/>
                </a:ln>
                <a:solidFill>
                  <a:srgbClr val="334157"/>
                </a:solidFill>
                <a:effectLst/>
                <a:uLnTx/>
                <a:uFillTx/>
                <a:latin typeface="DM Sans"/>
                <a:sym typeface="DM Sans"/>
              </a:rPr>
              <a:t>NaN</a:t>
            </a:r>
            <a:r>
              <a:rPr kumimoji="0" lang="en-US" sz="1400" b="0" i="0" u="none" strike="noStrike" kern="0" cap="none" spc="0" normalizeH="0" baseline="0" noProof="0" dirty="0">
                <a:ln>
                  <a:noFill/>
                </a:ln>
                <a:solidFill>
                  <a:srgbClr val="334157"/>
                </a:solidFill>
                <a:effectLst/>
                <a:uLnTx/>
                <a:uFillTx/>
                <a:latin typeface="DM Sans"/>
                <a:sym typeface="DM Sans"/>
              </a:rPr>
              <a:t>) and no actual data. These empty rows were likely introduced unintentionally during the data export process. The </a:t>
            </a:r>
            <a:r>
              <a:rPr kumimoji="0" lang="en-US" sz="1400" b="0" i="0" u="none" strike="noStrike" kern="0" cap="none" spc="0" normalizeH="0" baseline="0" noProof="0" dirty="0">
                <a:ln>
                  <a:noFill/>
                </a:ln>
                <a:solidFill>
                  <a:srgbClr val="FF0000"/>
                </a:solidFill>
                <a:effectLst/>
                <a:uLnTx/>
                <a:uFillTx/>
                <a:latin typeface="DM Sans"/>
                <a:sym typeface="DM Sans"/>
              </a:rPr>
              <a:t>9356</a:t>
            </a:r>
            <a:r>
              <a:rPr kumimoji="0" lang="en-US" sz="1400" b="0" i="0" u="none" strike="noStrike" kern="0" cap="none" spc="0" normalizeH="0" baseline="0" noProof="0" dirty="0">
                <a:ln>
                  <a:noFill/>
                </a:ln>
                <a:solidFill>
                  <a:srgbClr val="334157"/>
                </a:solidFill>
                <a:effectLst/>
                <a:uLnTx/>
                <a:uFillTx/>
                <a:latin typeface="DM Sans"/>
                <a:sym typeface="DM Sans"/>
              </a:rPr>
              <a:t>th row was identified as the last valid data point</a:t>
            </a:r>
          </a:p>
          <a:p>
            <a:endParaRPr lang="en-US" b="1" dirty="0">
              <a:solidFill>
                <a:schemeClr val="bg1">
                  <a:lumMod val="50000"/>
                </a:schemeClr>
              </a:solidFill>
            </a:endParaRPr>
          </a:p>
          <a:p>
            <a:endParaRPr lang="en-US" b="1" dirty="0">
              <a:solidFill>
                <a:schemeClr val="bg1">
                  <a:lumMod val="50000"/>
                </a:schemeClr>
              </a:solidFill>
            </a:endParaRPr>
          </a:p>
          <a:p>
            <a:endParaRPr lang="en-US" b="1" dirty="0">
              <a:solidFill>
                <a:schemeClr val="bg1">
                  <a:lumMod val="50000"/>
                </a:schemeClr>
              </a:solidFill>
            </a:endParaRPr>
          </a:p>
        </p:txBody>
      </p:sp>
      <p:pic>
        <p:nvPicPr>
          <p:cNvPr id="10" name="Picture 9">
            <a:extLst>
              <a:ext uri="{FF2B5EF4-FFF2-40B4-BE49-F238E27FC236}">
                <a16:creationId xmlns:a16="http://schemas.microsoft.com/office/drawing/2014/main" id="{06418CC9-D9E7-15FE-0BE7-3918E39E9BF4}"/>
              </a:ext>
            </a:extLst>
          </p:cNvPr>
          <p:cNvPicPr>
            <a:picLocks noChangeAspect="1"/>
          </p:cNvPicPr>
          <p:nvPr/>
        </p:nvPicPr>
        <p:blipFill>
          <a:blip r:embed="rId2"/>
          <a:stretch>
            <a:fillRect/>
          </a:stretch>
        </p:blipFill>
        <p:spPr>
          <a:xfrm>
            <a:off x="140368" y="2868798"/>
            <a:ext cx="8863264" cy="1834329"/>
          </a:xfrm>
          <a:prstGeom prst="rect">
            <a:avLst/>
          </a:prstGeom>
        </p:spPr>
      </p:pic>
    </p:spTree>
    <p:extLst>
      <p:ext uri="{BB962C8B-B14F-4D97-AF65-F5344CB8AC3E}">
        <p14:creationId xmlns:p14="http://schemas.microsoft.com/office/powerpoint/2010/main" val="205322934"/>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80;p37">
            <a:extLst>
              <a:ext uri="{FF2B5EF4-FFF2-40B4-BE49-F238E27FC236}">
                <a16:creationId xmlns:a16="http://schemas.microsoft.com/office/drawing/2014/main" id="{D90393FC-00CD-A81D-BC42-897165755E06}"/>
              </a:ext>
            </a:extLst>
          </p:cNvPr>
          <p:cNvSpPr txBox="1">
            <a:spLocks/>
          </p:cNvSpPr>
          <p:nvPr/>
        </p:nvSpPr>
        <p:spPr>
          <a:xfrm>
            <a:off x="1374430" y="162561"/>
            <a:ext cx="4000210" cy="762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9600"/>
              <a:buFont typeface="Baloo 2 ExtraBold"/>
              <a:buNone/>
              <a:defRPr sz="6000" b="0" i="0" u="none" strike="noStrike" cap="none">
                <a:solidFill>
                  <a:schemeClr val="lt1"/>
                </a:solidFill>
                <a:latin typeface="Baloo 2 ExtraBold"/>
                <a:ea typeface="Baloo 2 ExtraBold"/>
                <a:cs typeface="Baloo 2 ExtraBold"/>
                <a:sym typeface="Baloo 2 ExtraBold"/>
              </a:defRPr>
            </a:lvl1pPr>
            <a:lvl2pPr marR="0" lvl="1"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2pPr>
            <a:lvl3pPr marR="0" lvl="2"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3pPr>
            <a:lvl4pPr marR="0" lvl="3"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4pPr>
            <a:lvl5pPr marR="0" lvl="4"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5pPr>
            <a:lvl6pPr marR="0" lvl="5"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6pPr>
            <a:lvl7pPr marR="0" lvl="6"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7pPr>
            <a:lvl8pPr marR="0" lvl="7"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8pPr>
            <a:lvl9pPr marR="0" lvl="8"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9pPr>
          </a:lstStyle>
          <a:p>
            <a:r>
              <a:rPr lang="en-US" sz="4000" dirty="0"/>
              <a:t>Data Processing</a:t>
            </a:r>
          </a:p>
        </p:txBody>
      </p:sp>
      <p:sp>
        <p:nvSpPr>
          <p:cNvPr id="3" name="TextBox 2">
            <a:extLst>
              <a:ext uri="{FF2B5EF4-FFF2-40B4-BE49-F238E27FC236}">
                <a16:creationId xmlns:a16="http://schemas.microsoft.com/office/drawing/2014/main" id="{BBEA9DD6-E3A5-D01A-0F3B-A4B54187DA99}"/>
              </a:ext>
            </a:extLst>
          </p:cNvPr>
          <p:cNvSpPr txBox="1"/>
          <p:nvPr/>
        </p:nvSpPr>
        <p:spPr>
          <a:xfrm>
            <a:off x="865738" y="869860"/>
            <a:ext cx="7660105" cy="2160591"/>
          </a:xfrm>
          <a:prstGeom prst="rect">
            <a:avLst/>
          </a:prstGeom>
          <a:noFill/>
        </p:spPr>
        <p:txBody>
          <a:bodyPr wrap="square">
            <a:spAutoFit/>
          </a:bodyPr>
          <a:lstStyle/>
          <a:p>
            <a:r>
              <a:rPr lang="en-US" b="1" dirty="0">
                <a:solidFill>
                  <a:schemeClr val="bg1">
                    <a:lumMod val="50000"/>
                  </a:schemeClr>
                </a:solidFill>
              </a:rPr>
              <a:t>0.3 Cleaning the Data</a:t>
            </a:r>
          </a:p>
          <a:p>
            <a:pPr marL="457200" marR="0" lvl="0" indent="-317500" algn="l" defTabSz="914400" rtl="0" eaLnBrk="1" fontAlgn="auto" latinLnBrk="0" hangingPunct="1">
              <a:lnSpc>
                <a:spcPct val="115000"/>
              </a:lnSpc>
              <a:spcBef>
                <a:spcPts val="0"/>
              </a:spcBef>
              <a:spcAft>
                <a:spcPts val="0"/>
              </a:spcAft>
              <a:buClr>
                <a:srgbClr val="334157"/>
              </a:buClr>
              <a:buSzPts val="1600"/>
              <a:buFont typeface="Arial" panose="020B0604020202020204" pitchFamily="34" charset="0"/>
              <a:buChar char="•"/>
              <a:tabLst/>
              <a:defRPr/>
            </a:pPr>
            <a:endParaRPr kumimoji="0" lang="en-US" sz="1400" b="0" i="0" u="none" strike="noStrike" kern="0" cap="none" spc="0" normalizeH="0" baseline="0" noProof="0" dirty="0">
              <a:ln>
                <a:noFill/>
              </a:ln>
              <a:solidFill>
                <a:srgbClr val="334157"/>
              </a:solidFill>
              <a:effectLst/>
              <a:uLnTx/>
              <a:uFillTx/>
              <a:latin typeface="DM Sans"/>
              <a:sym typeface="DM Sans"/>
            </a:endParaRPr>
          </a:p>
          <a:p>
            <a:pPr marL="139700" marR="0" lvl="0" algn="l" defTabSz="914400" rtl="0" eaLnBrk="1" fontAlgn="auto" latinLnBrk="0" hangingPunct="1">
              <a:lnSpc>
                <a:spcPct val="115000"/>
              </a:lnSpc>
              <a:spcBef>
                <a:spcPts val="0"/>
              </a:spcBef>
              <a:spcAft>
                <a:spcPts val="0"/>
              </a:spcAft>
              <a:buClr>
                <a:srgbClr val="334157"/>
              </a:buClr>
              <a:buSzPts val="1600"/>
              <a:tabLst/>
              <a:defRPr/>
            </a:pPr>
            <a:r>
              <a:rPr kumimoji="0" lang="en-US" sz="1400" b="0" i="0" u="none" strike="noStrike" kern="0" cap="none" spc="0" normalizeH="0" baseline="0" noProof="0" dirty="0">
                <a:ln>
                  <a:noFill/>
                </a:ln>
                <a:solidFill>
                  <a:srgbClr val="334157"/>
                </a:solidFill>
                <a:effectLst/>
                <a:uLnTx/>
                <a:uFillTx/>
                <a:latin typeface="DM Sans"/>
                <a:sym typeface="DM Sans"/>
              </a:rPr>
              <a:t>According to the dataset information provided on the source website, missing values are represented by </a:t>
            </a:r>
            <a:r>
              <a:rPr kumimoji="0" lang="en-US" sz="1400" b="0" i="0" u="none" strike="noStrike" kern="0" cap="none" spc="0" normalizeH="0" baseline="0" noProof="0" dirty="0">
                <a:ln>
                  <a:noFill/>
                </a:ln>
                <a:solidFill>
                  <a:srgbClr val="FF0000"/>
                </a:solidFill>
                <a:effectLst/>
                <a:uLnTx/>
                <a:uFillTx/>
                <a:latin typeface="DM Sans"/>
                <a:sym typeface="DM Sans"/>
              </a:rPr>
              <a:t>-200 </a:t>
            </a:r>
            <a:r>
              <a:rPr kumimoji="0" lang="en-US" sz="1400" b="0" i="0" u="none" strike="noStrike" kern="0" cap="none" spc="0" normalizeH="0" baseline="0" noProof="0" dirty="0">
                <a:ln>
                  <a:noFill/>
                </a:ln>
                <a:solidFill>
                  <a:srgbClr val="334157"/>
                </a:solidFill>
                <a:effectLst/>
                <a:uLnTx/>
                <a:uFillTx/>
                <a:latin typeface="DM Sans"/>
                <a:sym typeface="DM Sans"/>
              </a:rPr>
              <a:t>instead of standard null markers. Therefore, all instances of </a:t>
            </a:r>
            <a:r>
              <a:rPr kumimoji="0" lang="en-US" sz="1400" b="0" i="0" u="none" strike="noStrike" kern="0" cap="none" spc="0" normalizeH="0" baseline="0" noProof="0" dirty="0">
                <a:ln>
                  <a:noFill/>
                </a:ln>
                <a:solidFill>
                  <a:srgbClr val="FF0000"/>
                </a:solidFill>
                <a:effectLst/>
                <a:uLnTx/>
                <a:uFillTx/>
                <a:latin typeface="DM Sans"/>
                <a:sym typeface="DM Sans"/>
              </a:rPr>
              <a:t>-200 </a:t>
            </a:r>
            <a:r>
              <a:rPr kumimoji="0" lang="en-US" sz="1400" b="0" i="0" u="none" strike="noStrike" kern="0" cap="none" spc="0" normalizeH="0" baseline="0" noProof="0" dirty="0">
                <a:ln>
                  <a:noFill/>
                </a:ln>
                <a:solidFill>
                  <a:srgbClr val="334157"/>
                </a:solidFill>
                <a:effectLst/>
                <a:uLnTx/>
                <a:uFillTx/>
                <a:latin typeface="DM Sans"/>
                <a:sym typeface="DM Sans"/>
              </a:rPr>
              <a:t>were treated as missing values during data cleaning to ensure accurate analysis</a:t>
            </a:r>
            <a:endParaRPr lang="en-US" b="1" dirty="0">
              <a:solidFill>
                <a:schemeClr val="bg1">
                  <a:lumMod val="50000"/>
                </a:schemeClr>
              </a:solidFill>
            </a:endParaRPr>
          </a:p>
          <a:p>
            <a:endParaRPr lang="en-US" b="1" dirty="0">
              <a:solidFill>
                <a:schemeClr val="bg1">
                  <a:lumMod val="50000"/>
                </a:schemeClr>
              </a:solidFill>
            </a:endParaRPr>
          </a:p>
          <a:p>
            <a:r>
              <a:rPr lang="en-US" b="1" dirty="0">
                <a:solidFill>
                  <a:schemeClr val="bg1">
                    <a:lumMod val="50000"/>
                  </a:schemeClr>
                </a:solidFill>
              </a:rPr>
              <a:t>Handling the missing values first convert all </a:t>
            </a:r>
            <a:r>
              <a:rPr lang="en-US" b="1" dirty="0">
                <a:solidFill>
                  <a:srgbClr val="FF0000"/>
                </a:solidFill>
              </a:rPr>
              <a:t>-200 </a:t>
            </a:r>
            <a:r>
              <a:rPr lang="en-US" b="1" dirty="0">
                <a:solidFill>
                  <a:schemeClr val="bg1">
                    <a:lumMod val="50000"/>
                  </a:schemeClr>
                </a:solidFill>
              </a:rPr>
              <a:t>to </a:t>
            </a:r>
            <a:r>
              <a:rPr lang="en-US" b="1" dirty="0" err="1">
                <a:solidFill>
                  <a:srgbClr val="FF0000"/>
                </a:solidFill>
              </a:rPr>
              <a:t>NaN</a:t>
            </a:r>
            <a:r>
              <a:rPr lang="en-US" b="1" dirty="0">
                <a:solidFill>
                  <a:schemeClr val="bg1">
                    <a:lumMod val="50000"/>
                  </a:schemeClr>
                </a:solidFill>
              </a:rPr>
              <a:t> then replace all </a:t>
            </a:r>
            <a:r>
              <a:rPr lang="en-US" b="1" dirty="0" err="1">
                <a:solidFill>
                  <a:srgbClr val="FF0000"/>
                </a:solidFill>
              </a:rPr>
              <a:t>NaN</a:t>
            </a:r>
            <a:r>
              <a:rPr lang="en-US" b="1" dirty="0">
                <a:solidFill>
                  <a:schemeClr val="bg1">
                    <a:lumMod val="50000"/>
                  </a:schemeClr>
                </a:solidFill>
              </a:rPr>
              <a:t> values with </a:t>
            </a:r>
            <a:r>
              <a:rPr lang="en-US" b="1" dirty="0">
                <a:solidFill>
                  <a:srgbClr val="FF0000"/>
                </a:solidFill>
              </a:rPr>
              <a:t>mean</a:t>
            </a:r>
            <a:r>
              <a:rPr lang="en-US" b="1" dirty="0">
                <a:solidFill>
                  <a:schemeClr val="bg1">
                    <a:lumMod val="50000"/>
                  </a:schemeClr>
                </a:solidFill>
              </a:rPr>
              <a:t> of that </a:t>
            </a:r>
            <a:r>
              <a:rPr lang="en-US" b="1" dirty="0" err="1">
                <a:solidFill>
                  <a:schemeClr val="bg1">
                    <a:lumMod val="50000"/>
                  </a:schemeClr>
                </a:solidFill>
              </a:rPr>
              <a:t>sepcific</a:t>
            </a:r>
            <a:r>
              <a:rPr lang="en-US" b="1" dirty="0">
                <a:solidFill>
                  <a:schemeClr val="bg1">
                    <a:lumMod val="50000"/>
                  </a:schemeClr>
                </a:solidFill>
              </a:rPr>
              <a:t> column</a:t>
            </a:r>
          </a:p>
          <a:p>
            <a:endParaRPr lang="en-US" b="1" dirty="0">
              <a:solidFill>
                <a:schemeClr val="bg1">
                  <a:lumMod val="50000"/>
                </a:schemeClr>
              </a:solidFill>
            </a:endParaRPr>
          </a:p>
        </p:txBody>
      </p:sp>
      <p:pic>
        <p:nvPicPr>
          <p:cNvPr id="7" name="Picture 6">
            <a:extLst>
              <a:ext uri="{FF2B5EF4-FFF2-40B4-BE49-F238E27FC236}">
                <a16:creationId xmlns:a16="http://schemas.microsoft.com/office/drawing/2014/main" id="{BFAD655B-8C36-9A2D-948C-EAF64587EADF}"/>
              </a:ext>
            </a:extLst>
          </p:cNvPr>
          <p:cNvPicPr>
            <a:picLocks noChangeAspect="1"/>
          </p:cNvPicPr>
          <p:nvPr/>
        </p:nvPicPr>
        <p:blipFill>
          <a:blip r:embed="rId2"/>
          <a:stretch>
            <a:fillRect/>
          </a:stretch>
        </p:blipFill>
        <p:spPr>
          <a:xfrm>
            <a:off x="618157" y="2831371"/>
            <a:ext cx="8315354" cy="1182649"/>
          </a:xfrm>
          <a:prstGeom prst="rect">
            <a:avLst/>
          </a:prstGeom>
        </p:spPr>
      </p:pic>
      <p:sp>
        <p:nvSpPr>
          <p:cNvPr id="11" name="TextBox 10">
            <a:extLst>
              <a:ext uri="{FF2B5EF4-FFF2-40B4-BE49-F238E27FC236}">
                <a16:creationId xmlns:a16="http://schemas.microsoft.com/office/drawing/2014/main" id="{DC825F36-F830-4B4B-3AFA-FADBA7ACF1CD}"/>
              </a:ext>
            </a:extLst>
          </p:cNvPr>
          <p:cNvSpPr txBox="1"/>
          <p:nvPr/>
        </p:nvSpPr>
        <p:spPr>
          <a:xfrm>
            <a:off x="1604210" y="4014020"/>
            <a:ext cx="6994358" cy="523220"/>
          </a:xfrm>
          <a:prstGeom prst="rect">
            <a:avLst/>
          </a:prstGeom>
          <a:noFill/>
        </p:spPr>
        <p:txBody>
          <a:bodyPr wrap="square">
            <a:spAutoFit/>
          </a:bodyPr>
          <a:lstStyle/>
          <a:p>
            <a:r>
              <a:rPr kumimoji="0" lang="en-US" sz="1400" b="0" i="0" u="none" strike="noStrike" kern="0" cap="none" spc="0" normalizeH="0" baseline="0" noProof="0" dirty="0">
                <a:ln>
                  <a:noFill/>
                </a:ln>
                <a:solidFill>
                  <a:srgbClr val="334157"/>
                </a:solidFill>
                <a:effectLst/>
                <a:uLnTx/>
                <a:uFillTx/>
                <a:latin typeface="DM Sans"/>
                <a:sym typeface="DM Sans"/>
              </a:rPr>
              <a:t> If missing values exist, it visualizes them using a horizontal </a:t>
            </a:r>
            <a:r>
              <a:rPr kumimoji="0" lang="en-US" sz="1400" b="0" i="0" u="none" strike="noStrike" kern="0" cap="none" spc="0" normalizeH="0" baseline="0" noProof="0" dirty="0">
                <a:ln>
                  <a:noFill/>
                </a:ln>
                <a:solidFill>
                  <a:srgbClr val="FF0000"/>
                </a:solidFill>
                <a:effectLst/>
                <a:uLnTx/>
                <a:uFillTx/>
                <a:latin typeface="DM Sans"/>
                <a:sym typeface="DM Sans"/>
              </a:rPr>
              <a:t>bar chart</a:t>
            </a:r>
            <a:r>
              <a:rPr kumimoji="0" lang="en-US" sz="1400" b="0" i="0" u="none" strike="noStrike" kern="0" cap="none" spc="0" normalizeH="0" baseline="0" noProof="0" dirty="0">
                <a:ln>
                  <a:noFill/>
                </a:ln>
                <a:solidFill>
                  <a:srgbClr val="334157"/>
                </a:solidFill>
                <a:effectLst/>
                <a:uLnTx/>
                <a:uFillTx/>
                <a:latin typeface="DM Sans"/>
                <a:sym typeface="DM Sans"/>
              </a:rPr>
              <a:t>; otherwise, it displays a message indicating that there are </a:t>
            </a:r>
            <a:r>
              <a:rPr kumimoji="0" lang="en-US" sz="1400" b="0" i="0" u="none" strike="noStrike" kern="0" cap="none" spc="0" normalizeH="0" baseline="0" noProof="0" dirty="0">
                <a:ln>
                  <a:noFill/>
                </a:ln>
                <a:solidFill>
                  <a:srgbClr val="FF0000"/>
                </a:solidFill>
                <a:effectLst/>
                <a:uLnTx/>
                <a:uFillTx/>
                <a:latin typeface="DM Sans"/>
                <a:sym typeface="DM Sans"/>
              </a:rPr>
              <a:t>no missing values</a:t>
            </a:r>
            <a:r>
              <a:rPr kumimoji="0" lang="en-US" sz="1400" b="0" i="0" u="none" strike="noStrike" kern="0" cap="none" spc="0" normalizeH="0" baseline="0" noProof="0" dirty="0">
                <a:ln>
                  <a:noFill/>
                </a:ln>
                <a:solidFill>
                  <a:srgbClr val="334157"/>
                </a:solidFill>
                <a:effectLst/>
                <a:uLnTx/>
                <a:uFillTx/>
                <a:latin typeface="DM Sans"/>
                <a:sym typeface="DM Sans"/>
              </a:rPr>
              <a:t>.</a:t>
            </a:r>
            <a:endParaRPr lang="en-US" dirty="0"/>
          </a:p>
        </p:txBody>
      </p:sp>
      <p:pic>
        <p:nvPicPr>
          <p:cNvPr id="13" name="Picture 12">
            <a:extLst>
              <a:ext uri="{FF2B5EF4-FFF2-40B4-BE49-F238E27FC236}">
                <a16:creationId xmlns:a16="http://schemas.microsoft.com/office/drawing/2014/main" id="{5417E7F5-25D2-909E-4D70-965688E6C993}"/>
              </a:ext>
            </a:extLst>
          </p:cNvPr>
          <p:cNvPicPr>
            <a:picLocks noChangeAspect="1"/>
          </p:cNvPicPr>
          <p:nvPr/>
        </p:nvPicPr>
        <p:blipFill>
          <a:blip r:embed="rId3"/>
          <a:stretch>
            <a:fillRect/>
          </a:stretch>
        </p:blipFill>
        <p:spPr>
          <a:xfrm>
            <a:off x="2068562" y="4605237"/>
            <a:ext cx="6612155" cy="386725"/>
          </a:xfrm>
          <a:prstGeom prst="rect">
            <a:avLst/>
          </a:prstGeom>
        </p:spPr>
      </p:pic>
    </p:spTree>
    <p:extLst>
      <p:ext uri="{BB962C8B-B14F-4D97-AF65-F5344CB8AC3E}">
        <p14:creationId xmlns:p14="http://schemas.microsoft.com/office/powerpoint/2010/main" val="101675707"/>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1080;p37">
            <a:extLst>
              <a:ext uri="{FF2B5EF4-FFF2-40B4-BE49-F238E27FC236}">
                <a16:creationId xmlns:a16="http://schemas.microsoft.com/office/drawing/2014/main" id="{F77A1877-0D80-F6EC-CA35-AB2434B341BD}"/>
              </a:ext>
            </a:extLst>
          </p:cNvPr>
          <p:cNvSpPr txBox="1">
            <a:spLocks/>
          </p:cNvSpPr>
          <p:nvPr/>
        </p:nvSpPr>
        <p:spPr>
          <a:xfrm>
            <a:off x="0" y="-24063"/>
            <a:ext cx="6617367" cy="89835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9600"/>
              <a:buFont typeface="Baloo 2 ExtraBold"/>
              <a:buNone/>
              <a:defRPr sz="6000" b="0" i="0" u="none" strike="noStrike" cap="none">
                <a:solidFill>
                  <a:schemeClr val="lt1"/>
                </a:solidFill>
                <a:latin typeface="Baloo 2 ExtraBold"/>
                <a:ea typeface="Baloo 2 ExtraBold"/>
                <a:cs typeface="Baloo 2 ExtraBold"/>
                <a:sym typeface="Baloo 2 ExtraBold"/>
              </a:defRPr>
            </a:lvl1pPr>
            <a:lvl2pPr marR="0" lvl="1"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2pPr>
            <a:lvl3pPr marR="0" lvl="2"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3pPr>
            <a:lvl4pPr marR="0" lvl="3"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4pPr>
            <a:lvl5pPr marR="0" lvl="4"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5pPr>
            <a:lvl6pPr marR="0" lvl="5"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6pPr>
            <a:lvl7pPr marR="0" lvl="6"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7pPr>
            <a:lvl8pPr marR="0" lvl="7"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8pPr>
            <a:lvl9pPr marR="0" lvl="8"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9pPr>
          </a:lstStyle>
          <a:p>
            <a:r>
              <a:rPr lang="en-US" sz="3200" dirty="0"/>
              <a:t>Final EDA (After Cleaning)</a:t>
            </a:r>
          </a:p>
        </p:txBody>
      </p:sp>
      <p:sp>
        <p:nvSpPr>
          <p:cNvPr id="14" name="TextBox 13">
            <a:extLst>
              <a:ext uri="{FF2B5EF4-FFF2-40B4-BE49-F238E27FC236}">
                <a16:creationId xmlns:a16="http://schemas.microsoft.com/office/drawing/2014/main" id="{5C160B09-7532-94DE-8072-B399EC2E7C20}"/>
              </a:ext>
            </a:extLst>
          </p:cNvPr>
          <p:cNvSpPr txBox="1"/>
          <p:nvPr/>
        </p:nvSpPr>
        <p:spPr>
          <a:xfrm>
            <a:off x="320842" y="874295"/>
            <a:ext cx="5694946" cy="307777"/>
          </a:xfrm>
          <a:prstGeom prst="rect">
            <a:avLst/>
          </a:prstGeom>
          <a:noFill/>
        </p:spPr>
        <p:txBody>
          <a:bodyPr wrap="square">
            <a:spAutoFit/>
          </a:bodyPr>
          <a:lstStyle/>
          <a:p>
            <a:r>
              <a:rPr lang="en-US" b="1" dirty="0">
                <a:solidFill>
                  <a:schemeClr val="bg1">
                    <a:lumMod val="50000"/>
                  </a:schemeClr>
                </a:solidFill>
              </a:rPr>
              <a:t>Check the correlation of all features with Multivariant</a:t>
            </a:r>
          </a:p>
        </p:txBody>
      </p:sp>
      <p:pic>
        <p:nvPicPr>
          <p:cNvPr id="16" name="Picture 15">
            <a:extLst>
              <a:ext uri="{FF2B5EF4-FFF2-40B4-BE49-F238E27FC236}">
                <a16:creationId xmlns:a16="http://schemas.microsoft.com/office/drawing/2014/main" id="{F6C02CF8-BBE6-28B2-A881-95A08D00AA93}"/>
              </a:ext>
            </a:extLst>
          </p:cNvPr>
          <p:cNvPicPr>
            <a:picLocks noChangeAspect="1"/>
          </p:cNvPicPr>
          <p:nvPr/>
        </p:nvPicPr>
        <p:blipFill>
          <a:blip r:embed="rId2"/>
          <a:stretch>
            <a:fillRect/>
          </a:stretch>
        </p:blipFill>
        <p:spPr>
          <a:xfrm>
            <a:off x="401053" y="1325606"/>
            <a:ext cx="7860632" cy="2492288"/>
          </a:xfrm>
          <a:prstGeom prst="rect">
            <a:avLst/>
          </a:prstGeom>
        </p:spPr>
      </p:pic>
      <p:sp>
        <p:nvSpPr>
          <p:cNvPr id="18" name="TextBox 17">
            <a:extLst>
              <a:ext uri="{FF2B5EF4-FFF2-40B4-BE49-F238E27FC236}">
                <a16:creationId xmlns:a16="http://schemas.microsoft.com/office/drawing/2014/main" id="{EAB032C5-BA6E-5A0E-A281-71053C282E21}"/>
              </a:ext>
            </a:extLst>
          </p:cNvPr>
          <p:cNvSpPr txBox="1"/>
          <p:nvPr/>
        </p:nvSpPr>
        <p:spPr>
          <a:xfrm>
            <a:off x="401053" y="3961428"/>
            <a:ext cx="7202905" cy="1015663"/>
          </a:xfrm>
          <a:prstGeom prst="rect">
            <a:avLst/>
          </a:prstGeom>
          <a:noFill/>
        </p:spPr>
        <p:txBody>
          <a:bodyPr wrap="square">
            <a:spAutoFit/>
          </a:bodyPr>
          <a:lstStyle/>
          <a:p>
            <a:r>
              <a:rPr lang="en-US" sz="1200" dirty="0">
                <a:solidFill>
                  <a:schemeClr val="bg2">
                    <a:lumMod val="10000"/>
                  </a:schemeClr>
                </a:solidFill>
                <a:latin typeface="DM Sans" pitchFamily="2" charset="0"/>
              </a:rPr>
              <a:t>Correlation analysis showed that CO levels are strongly </a:t>
            </a:r>
            <a:r>
              <a:rPr lang="en-US" sz="1200" dirty="0">
                <a:solidFill>
                  <a:srgbClr val="00B050"/>
                </a:solidFill>
                <a:latin typeface="DM Sans" pitchFamily="2" charset="0"/>
              </a:rPr>
              <a:t>linked to several features, especially Benzene, </a:t>
            </a:r>
            <a:r>
              <a:rPr lang="en-US" sz="1200" dirty="0" err="1">
                <a:solidFill>
                  <a:srgbClr val="00B050"/>
                </a:solidFill>
                <a:latin typeface="DM Sans" pitchFamily="2" charset="0"/>
              </a:rPr>
              <a:t>Sensor_CO</a:t>
            </a:r>
            <a:r>
              <a:rPr lang="en-US" sz="1200" dirty="0">
                <a:solidFill>
                  <a:srgbClr val="00B050"/>
                </a:solidFill>
                <a:latin typeface="DM Sans" pitchFamily="2" charset="0"/>
              </a:rPr>
              <a:t>, </a:t>
            </a:r>
            <a:r>
              <a:rPr lang="en-US" sz="1200" dirty="0" err="1">
                <a:solidFill>
                  <a:srgbClr val="00B050"/>
                </a:solidFill>
                <a:latin typeface="DM Sans" pitchFamily="2" charset="0"/>
              </a:rPr>
              <a:t>Sensor_NMHC</a:t>
            </a:r>
            <a:r>
              <a:rPr lang="en-US" sz="1200" dirty="0">
                <a:solidFill>
                  <a:srgbClr val="00B050"/>
                </a:solidFill>
                <a:latin typeface="DM Sans" pitchFamily="2" charset="0"/>
              </a:rPr>
              <a:t>, and Sensor_O3, </a:t>
            </a:r>
            <a:r>
              <a:rPr lang="en-US" sz="1200" dirty="0">
                <a:solidFill>
                  <a:schemeClr val="bg2">
                    <a:lumMod val="10000"/>
                  </a:schemeClr>
                </a:solidFill>
                <a:latin typeface="DM Sans" pitchFamily="2" charset="0"/>
              </a:rPr>
              <a:t>indicating common sources like traffic pollution. Moderate positive correlations were also found </a:t>
            </a:r>
            <a:r>
              <a:rPr lang="en-US" sz="1200" dirty="0">
                <a:solidFill>
                  <a:srgbClr val="C00000"/>
                </a:solidFill>
                <a:latin typeface="DM Sans" pitchFamily="2" charset="0"/>
              </a:rPr>
              <a:t>with NOx, NO2, and Sensor_NO2. A negative correlation with </a:t>
            </a:r>
            <a:r>
              <a:rPr lang="en-US" sz="1200" dirty="0" err="1">
                <a:solidFill>
                  <a:srgbClr val="C00000"/>
                </a:solidFill>
                <a:latin typeface="DM Sans" pitchFamily="2" charset="0"/>
              </a:rPr>
              <a:t>Sensor_NOx</a:t>
            </a:r>
            <a:r>
              <a:rPr lang="en-US" sz="1200" dirty="0">
                <a:solidFill>
                  <a:srgbClr val="C00000"/>
                </a:solidFill>
                <a:latin typeface="DM Sans" pitchFamily="2" charset="0"/>
              </a:rPr>
              <a:t> suggests possible sensor issues</a:t>
            </a:r>
            <a:r>
              <a:rPr lang="en-US" sz="1200" dirty="0">
                <a:solidFill>
                  <a:schemeClr val="bg2">
                    <a:lumMod val="10000"/>
                  </a:schemeClr>
                </a:solidFill>
                <a:latin typeface="DM Sans" pitchFamily="2" charset="0"/>
              </a:rPr>
              <a:t>. Temperature and humidity had only weak correlations with CO, indicating limited environmental impact</a:t>
            </a:r>
          </a:p>
        </p:txBody>
      </p:sp>
    </p:spTree>
    <p:extLst>
      <p:ext uri="{BB962C8B-B14F-4D97-AF65-F5344CB8AC3E}">
        <p14:creationId xmlns:p14="http://schemas.microsoft.com/office/powerpoint/2010/main" val="1653677558"/>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B1BEC9E7-6DE5-EDFA-4033-6F969473D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285" y="697832"/>
            <a:ext cx="7355430" cy="4369022"/>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080;p37">
            <a:extLst>
              <a:ext uri="{FF2B5EF4-FFF2-40B4-BE49-F238E27FC236}">
                <a16:creationId xmlns:a16="http://schemas.microsoft.com/office/drawing/2014/main" id="{5261AD93-FEFB-9087-22E0-30AE6BD47858}"/>
              </a:ext>
            </a:extLst>
          </p:cNvPr>
          <p:cNvSpPr txBox="1">
            <a:spLocks/>
          </p:cNvSpPr>
          <p:nvPr/>
        </p:nvSpPr>
        <p:spPr>
          <a:xfrm>
            <a:off x="112295" y="0"/>
            <a:ext cx="6939329" cy="762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9600"/>
              <a:buFont typeface="Baloo 2 ExtraBold"/>
              <a:buNone/>
              <a:defRPr sz="6000" b="0" i="0" u="none" strike="noStrike" cap="none">
                <a:solidFill>
                  <a:schemeClr val="lt1"/>
                </a:solidFill>
                <a:latin typeface="Baloo 2 ExtraBold"/>
                <a:ea typeface="Baloo 2 ExtraBold"/>
                <a:cs typeface="Baloo 2 ExtraBold"/>
                <a:sym typeface="Baloo 2 ExtraBold"/>
              </a:defRPr>
            </a:lvl1pPr>
            <a:lvl2pPr marR="0" lvl="1"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2pPr>
            <a:lvl3pPr marR="0" lvl="2"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3pPr>
            <a:lvl4pPr marR="0" lvl="3"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4pPr>
            <a:lvl5pPr marR="0" lvl="4"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5pPr>
            <a:lvl6pPr marR="0" lvl="5"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6pPr>
            <a:lvl7pPr marR="0" lvl="6"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7pPr>
            <a:lvl8pPr marR="0" lvl="7"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8pPr>
            <a:lvl9pPr marR="0" lvl="8"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9pPr>
          </a:lstStyle>
          <a:p>
            <a:r>
              <a:rPr lang="en-US" sz="3200" dirty="0"/>
              <a:t>plot Heatmap of correlated features</a:t>
            </a:r>
          </a:p>
        </p:txBody>
      </p:sp>
    </p:spTree>
    <p:extLst>
      <p:ext uri="{BB962C8B-B14F-4D97-AF65-F5344CB8AC3E}">
        <p14:creationId xmlns:p14="http://schemas.microsoft.com/office/powerpoint/2010/main" val="2870271264"/>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080;p37">
            <a:extLst>
              <a:ext uri="{FF2B5EF4-FFF2-40B4-BE49-F238E27FC236}">
                <a16:creationId xmlns:a16="http://schemas.microsoft.com/office/drawing/2014/main" id="{47EE65C3-2BCF-9A04-9164-CCEA18C906D0}"/>
              </a:ext>
            </a:extLst>
          </p:cNvPr>
          <p:cNvSpPr txBox="1">
            <a:spLocks/>
          </p:cNvSpPr>
          <p:nvPr/>
        </p:nvSpPr>
        <p:spPr>
          <a:xfrm>
            <a:off x="537411" y="64169"/>
            <a:ext cx="6939329" cy="762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9600"/>
              <a:buFont typeface="Baloo 2 ExtraBold"/>
              <a:buNone/>
              <a:defRPr sz="6000" b="0" i="0" u="none" strike="noStrike" cap="none">
                <a:solidFill>
                  <a:schemeClr val="lt1"/>
                </a:solidFill>
                <a:latin typeface="Baloo 2 ExtraBold"/>
                <a:ea typeface="Baloo 2 ExtraBold"/>
                <a:cs typeface="Baloo 2 ExtraBold"/>
                <a:sym typeface="Baloo 2 ExtraBold"/>
              </a:defRPr>
            </a:lvl1pPr>
            <a:lvl2pPr marR="0" lvl="1"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2pPr>
            <a:lvl3pPr marR="0" lvl="2"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3pPr>
            <a:lvl4pPr marR="0" lvl="3"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4pPr>
            <a:lvl5pPr marR="0" lvl="4"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5pPr>
            <a:lvl6pPr marR="0" lvl="5"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6pPr>
            <a:lvl7pPr marR="0" lvl="6"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7pPr>
            <a:lvl8pPr marR="0" lvl="7"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8pPr>
            <a:lvl9pPr marR="0" lvl="8" algn="ctr" rtl="0">
              <a:lnSpc>
                <a:spcPct val="100000"/>
              </a:lnSpc>
              <a:spcBef>
                <a:spcPts val="0"/>
              </a:spcBef>
              <a:spcAft>
                <a:spcPts val="0"/>
              </a:spcAft>
              <a:buClr>
                <a:schemeClr val="dk1"/>
              </a:buClr>
              <a:buSzPts val="9600"/>
              <a:buFont typeface="Baloo 2 ExtraBold"/>
              <a:buNone/>
              <a:defRPr sz="9600" b="0" i="0" u="none" strike="noStrike" cap="none">
                <a:solidFill>
                  <a:schemeClr val="dk1"/>
                </a:solidFill>
                <a:latin typeface="Baloo 2 ExtraBold"/>
                <a:ea typeface="Baloo 2 ExtraBold"/>
                <a:cs typeface="Baloo 2 ExtraBold"/>
                <a:sym typeface="Baloo 2 ExtraBold"/>
              </a:defRPr>
            </a:lvl9pPr>
          </a:lstStyle>
          <a:p>
            <a:r>
              <a:rPr lang="en-US" sz="3200" dirty="0"/>
              <a:t>Feature Importances</a:t>
            </a:r>
          </a:p>
        </p:txBody>
      </p:sp>
      <p:sp>
        <p:nvSpPr>
          <p:cNvPr id="10" name="Subtitle 2">
            <a:extLst>
              <a:ext uri="{FF2B5EF4-FFF2-40B4-BE49-F238E27FC236}">
                <a16:creationId xmlns:a16="http://schemas.microsoft.com/office/drawing/2014/main" id="{B4F973E1-ECC9-CA65-AF61-1C322667D03B}"/>
              </a:ext>
            </a:extLst>
          </p:cNvPr>
          <p:cNvSpPr>
            <a:spLocks noGrp="1"/>
          </p:cNvSpPr>
          <p:nvPr>
            <p:ph type="subTitle" idx="1"/>
          </p:nvPr>
        </p:nvSpPr>
        <p:spPr>
          <a:xfrm>
            <a:off x="537411" y="826169"/>
            <a:ext cx="8175727" cy="962526"/>
          </a:xfrm>
        </p:spPr>
        <p:txBody>
          <a:bodyPr/>
          <a:lstStyle/>
          <a:p>
            <a:pPr>
              <a:buFont typeface="Arial" panose="020B0604020202020204" pitchFamily="34" charset="0"/>
              <a:buChar char="•"/>
            </a:pPr>
            <a:r>
              <a:rPr lang="en-US" sz="1600" b="1" dirty="0" err="1">
                <a:solidFill>
                  <a:schemeClr val="bg1">
                    <a:lumMod val="50000"/>
                  </a:schemeClr>
                </a:solidFill>
              </a:rPr>
              <a:t>ExtraTreesRegressor</a:t>
            </a:r>
            <a:r>
              <a:rPr lang="en-US" sz="1600" b="1" dirty="0">
                <a:solidFill>
                  <a:schemeClr val="bg1">
                    <a:lumMod val="50000"/>
                  </a:schemeClr>
                </a:solidFill>
              </a:rPr>
              <a:t> </a:t>
            </a:r>
          </a:p>
          <a:p>
            <a:pPr marL="139700" indent="0"/>
            <a:r>
              <a:rPr lang="en-US" dirty="0"/>
              <a:t>To identify which features most influence the prediction of CO, we trained an </a:t>
            </a:r>
            <a:r>
              <a:rPr lang="en-US" dirty="0" err="1"/>
              <a:t>ExtraTreesRegressor</a:t>
            </a:r>
            <a:r>
              <a:rPr lang="en-US" dirty="0"/>
              <a:t>:</a:t>
            </a:r>
          </a:p>
          <a:p>
            <a:pPr marL="139700" indent="0"/>
            <a:endParaRPr lang="en-US" dirty="0"/>
          </a:p>
        </p:txBody>
      </p:sp>
      <p:sp>
        <p:nvSpPr>
          <p:cNvPr id="11" name="Subtitle 2">
            <a:extLst>
              <a:ext uri="{FF2B5EF4-FFF2-40B4-BE49-F238E27FC236}">
                <a16:creationId xmlns:a16="http://schemas.microsoft.com/office/drawing/2014/main" id="{7B974619-E0CE-7986-6B27-5FDAE6230B37}"/>
              </a:ext>
            </a:extLst>
          </p:cNvPr>
          <p:cNvSpPr txBox="1">
            <a:spLocks/>
          </p:cNvSpPr>
          <p:nvPr/>
        </p:nvSpPr>
        <p:spPr>
          <a:xfrm>
            <a:off x="484136" y="2208003"/>
            <a:ext cx="8175727" cy="6998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6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600"/>
              <a:buFont typeface="DM Sans"/>
              <a:buNone/>
              <a:defRPr sz="1600" b="0" i="0" u="none" strike="noStrike" cap="none">
                <a:solidFill>
                  <a:schemeClr val="dk1"/>
                </a:solidFill>
                <a:latin typeface="DM Sans"/>
                <a:ea typeface="DM Sans"/>
                <a:cs typeface="DM Sans"/>
                <a:sym typeface="DM Sans"/>
              </a:defRPr>
            </a:lvl9pPr>
          </a:lstStyle>
          <a:p>
            <a:pPr>
              <a:buFont typeface="Arial" panose="020B0604020202020204" pitchFamily="34" charset="0"/>
              <a:buChar char="•"/>
            </a:pPr>
            <a:r>
              <a:rPr lang="en-US" sz="1600" b="1" dirty="0">
                <a:solidFill>
                  <a:schemeClr val="bg1">
                    <a:lumMod val="50000"/>
                  </a:schemeClr>
                </a:solidFill>
              </a:rPr>
              <a:t>Visualizing</a:t>
            </a:r>
            <a:endParaRPr lang="en-US" b="1" dirty="0">
              <a:solidFill>
                <a:schemeClr val="bg1">
                  <a:lumMod val="50000"/>
                </a:schemeClr>
              </a:solidFill>
            </a:endParaRPr>
          </a:p>
          <a:p>
            <a:r>
              <a:rPr lang="en-US" dirty="0">
                <a:solidFill>
                  <a:schemeClr val="bg1">
                    <a:lumMod val="50000"/>
                  </a:schemeClr>
                </a:solidFill>
              </a:rPr>
              <a:t>A horizontal bar chart was plotted showing the features sorted by importance </a:t>
            </a:r>
          </a:p>
        </p:txBody>
      </p:sp>
      <p:pic>
        <p:nvPicPr>
          <p:cNvPr id="13" name="Picture 12">
            <a:extLst>
              <a:ext uri="{FF2B5EF4-FFF2-40B4-BE49-F238E27FC236}">
                <a16:creationId xmlns:a16="http://schemas.microsoft.com/office/drawing/2014/main" id="{062D24C8-5F15-A37E-4B52-9C0BD109CA6B}"/>
              </a:ext>
            </a:extLst>
          </p:cNvPr>
          <p:cNvPicPr>
            <a:picLocks noChangeAspect="1"/>
          </p:cNvPicPr>
          <p:nvPr/>
        </p:nvPicPr>
        <p:blipFill>
          <a:blip r:embed="rId2"/>
          <a:stretch>
            <a:fillRect/>
          </a:stretch>
        </p:blipFill>
        <p:spPr>
          <a:xfrm>
            <a:off x="910389" y="1775802"/>
            <a:ext cx="7964905" cy="475211"/>
          </a:xfrm>
          <a:prstGeom prst="rect">
            <a:avLst/>
          </a:prstGeom>
        </p:spPr>
      </p:pic>
      <p:pic>
        <p:nvPicPr>
          <p:cNvPr id="12290" name="Picture 2">
            <a:extLst>
              <a:ext uri="{FF2B5EF4-FFF2-40B4-BE49-F238E27FC236}">
                <a16:creationId xmlns:a16="http://schemas.microsoft.com/office/drawing/2014/main" id="{CA49757B-E0BF-D5B9-F92A-3A35B6602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842" y="2892489"/>
            <a:ext cx="4884320" cy="2251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560496"/>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16" y="420125"/>
            <a:ext cx="6000143" cy="453617"/>
          </a:xfrm>
        </p:spPr>
        <p:txBody>
          <a:bodyPr/>
          <a:lstStyle/>
          <a:p>
            <a:r>
              <a:rPr lang="en-US" sz="3200" dirty="0"/>
              <a:t>Model Building &amp; Forecasting</a:t>
            </a:r>
          </a:p>
        </p:txBody>
      </p:sp>
      <p:sp>
        <p:nvSpPr>
          <p:cNvPr id="3" name="Subtitle 2"/>
          <p:cNvSpPr>
            <a:spLocks noGrp="1"/>
          </p:cNvSpPr>
          <p:nvPr>
            <p:ph type="subTitle" idx="1"/>
          </p:nvPr>
        </p:nvSpPr>
        <p:spPr>
          <a:xfrm>
            <a:off x="721572" y="873742"/>
            <a:ext cx="6809933" cy="4816682"/>
          </a:xfrm>
        </p:spPr>
        <p:txBody>
          <a:bodyPr/>
          <a:lstStyle/>
          <a:p>
            <a:endParaRPr lang="en-US" dirty="0"/>
          </a:p>
          <a:p>
            <a:r>
              <a:rPr lang="en-US" b="1" dirty="0"/>
              <a:t>Data Splitting</a:t>
            </a:r>
          </a:p>
          <a:p>
            <a:r>
              <a:rPr lang="en-US" dirty="0"/>
              <a:t>The dataset was split into training and test sets:</a:t>
            </a:r>
          </a:p>
          <a:p>
            <a:pPr>
              <a:buFont typeface="Arial" panose="020B0604020202020204" pitchFamily="34" charset="0"/>
              <a:buChar char="•"/>
            </a:pPr>
            <a:r>
              <a:rPr lang="en-US" dirty="0"/>
              <a:t>75% for training</a:t>
            </a:r>
          </a:p>
          <a:p>
            <a:pPr>
              <a:buFont typeface="Arial" panose="020B0604020202020204" pitchFamily="34" charset="0"/>
              <a:buChar char="•"/>
            </a:pPr>
            <a:r>
              <a:rPr lang="en-US" dirty="0"/>
              <a:t>25% for testing</a:t>
            </a:r>
          </a:p>
          <a:p>
            <a:endParaRPr lang="en-US" dirty="0"/>
          </a:p>
          <a:p>
            <a:r>
              <a:rPr lang="en-US" dirty="0"/>
              <a:t>The regression model was evaluated using the coefficient of determination (R²) on both the training and testing datasets. The results are as follows:</a:t>
            </a:r>
            <a:endParaRPr lang="en-US" b="1" dirty="0"/>
          </a:p>
          <a:p>
            <a:pPr>
              <a:buFont typeface="Arial" panose="020B0604020202020204" pitchFamily="34" charset="0"/>
              <a:buChar char="•"/>
            </a:pPr>
            <a:r>
              <a:rPr lang="en-US" sz="1200" b="1" dirty="0"/>
              <a:t>R² on the training set: 0.8095</a:t>
            </a:r>
          </a:p>
          <a:p>
            <a:pPr>
              <a:buFont typeface="Arial" panose="020B0604020202020204" pitchFamily="34" charset="0"/>
              <a:buChar char="•"/>
            </a:pPr>
            <a:r>
              <a:rPr lang="en-US" sz="1200" b="1" dirty="0"/>
              <a:t>R² on the testing set: 0.7908</a:t>
            </a:r>
          </a:p>
          <a:p>
            <a:endParaRPr lang="en-US" b="1" dirty="0"/>
          </a:p>
          <a:p>
            <a:r>
              <a:rPr lang="en-US" b="1" dirty="0"/>
              <a:t>Overall, the model shows strong predictive capability and is well-suited for forecasting the target variable based on the provided features. </a:t>
            </a:r>
          </a:p>
        </p:txBody>
      </p:sp>
      <p:grpSp>
        <p:nvGrpSpPr>
          <p:cNvPr id="4" name="Google Shape;1858;p49"/>
          <p:cNvGrpSpPr/>
          <p:nvPr/>
        </p:nvGrpSpPr>
        <p:grpSpPr>
          <a:xfrm>
            <a:off x="6678946" y="2142144"/>
            <a:ext cx="2167563" cy="3009377"/>
            <a:chOff x="6441798" y="2312952"/>
            <a:chExt cx="1923820" cy="2491358"/>
          </a:xfrm>
        </p:grpSpPr>
        <p:grpSp>
          <p:nvGrpSpPr>
            <p:cNvPr id="5" name="Google Shape;1859;p49"/>
            <p:cNvGrpSpPr/>
            <p:nvPr/>
          </p:nvGrpSpPr>
          <p:grpSpPr>
            <a:xfrm>
              <a:off x="7303533" y="2990635"/>
              <a:ext cx="1062085" cy="995219"/>
              <a:chOff x="1932280" y="1331475"/>
              <a:chExt cx="637200" cy="597084"/>
            </a:xfrm>
          </p:grpSpPr>
          <p:sp>
            <p:nvSpPr>
              <p:cNvPr id="25" name="Google Shape;1860;p49"/>
              <p:cNvSpPr/>
              <p:nvPr/>
            </p:nvSpPr>
            <p:spPr>
              <a:xfrm>
                <a:off x="1932280" y="1393658"/>
                <a:ext cx="637200" cy="53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1861;p49"/>
              <p:cNvSpPr/>
              <p:nvPr/>
            </p:nvSpPr>
            <p:spPr>
              <a:xfrm>
                <a:off x="2033687" y="1869127"/>
                <a:ext cx="993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1862;p49"/>
              <p:cNvSpPr/>
              <p:nvPr/>
            </p:nvSpPr>
            <p:spPr>
              <a:xfrm>
                <a:off x="1977243" y="1857647"/>
                <a:ext cx="38400" cy="39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1863;p49"/>
              <p:cNvSpPr/>
              <p:nvPr/>
            </p:nvSpPr>
            <p:spPr>
              <a:xfrm>
                <a:off x="2432621" y="1869127"/>
                <a:ext cx="1005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1864;p49"/>
              <p:cNvSpPr/>
              <p:nvPr/>
            </p:nvSpPr>
            <p:spPr>
              <a:xfrm>
                <a:off x="2377133" y="1857647"/>
                <a:ext cx="39300" cy="393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1865;p49"/>
              <p:cNvSpPr/>
              <p:nvPr/>
            </p:nvSpPr>
            <p:spPr>
              <a:xfrm>
                <a:off x="1932280" y="1331475"/>
                <a:ext cx="637146" cy="62184"/>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1866;p49"/>
              <p:cNvSpPr/>
              <p:nvPr/>
            </p:nvSpPr>
            <p:spPr>
              <a:xfrm>
                <a:off x="1959067"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1867;p49"/>
              <p:cNvSpPr/>
              <p:nvPr/>
            </p:nvSpPr>
            <p:spPr>
              <a:xfrm>
                <a:off x="2003074"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1868;p49"/>
              <p:cNvSpPr/>
              <p:nvPr/>
            </p:nvSpPr>
            <p:spPr>
              <a:xfrm>
                <a:off x="2047081" y="1348695"/>
                <a:ext cx="297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1869;p49"/>
              <p:cNvSpPr/>
              <p:nvPr/>
            </p:nvSpPr>
            <p:spPr>
              <a:xfrm>
                <a:off x="2045167" y="1431925"/>
                <a:ext cx="411300" cy="4113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1870;p49"/>
              <p:cNvSpPr/>
              <p:nvPr/>
            </p:nvSpPr>
            <p:spPr>
              <a:xfrm>
                <a:off x="2115004" y="1502719"/>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1871;p49"/>
              <p:cNvSpPr/>
              <p:nvPr/>
            </p:nvSpPr>
            <p:spPr>
              <a:xfrm>
                <a:off x="2093958" y="1495066"/>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 name="Google Shape;1872;p49"/>
            <p:cNvSpPr/>
            <p:nvPr/>
          </p:nvSpPr>
          <p:spPr>
            <a:xfrm>
              <a:off x="7499752" y="4238124"/>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 name="Google Shape;1873;p49"/>
            <p:cNvGrpSpPr/>
            <p:nvPr/>
          </p:nvGrpSpPr>
          <p:grpSpPr>
            <a:xfrm>
              <a:off x="7950419" y="2312952"/>
              <a:ext cx="415198" cy="415198"/>
              <a:chOff x="1404969" y="1106377"/>
              <a:chExt cx="415198" cy="415198"/>
            </a:xfrm>
          </p:grpSpPr>
          <p:sp>
            <p:nvSpPr>
              <p:cNvPr id="23" name="Google Shape;1874;p49"/>
              <p:cNvSpPr/>
              <p:nvPr/>
            </p:nvSpPr>
            <p:spPr>
              <a:xfrm>
                <a:off x="1404969" y="1106377"/>
                <a:ext cx="415198" cy="415198"/>
              </a:xfrm>
              <a:custGeom>
                <a:avLst/>
                <a:gdLst/>
                <a:ahLst/>
                <a:cxnLst/>
                <a:rect l="l" t="t" r="r" b="b"/>
                <a:pathLst>
                  <a:path w="474" h="474" extrusionOk="0">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1875;p49"/>
              <p:cNvSpPr/>
              <p:nvPr/>
            </p:nvSpPr>
            <p:spPr>
              <a:xfrm>
                <a:off x="1460456" y="1163778"/>
                <a:ext cx="304223" cy="299440"/>
              </a:xfrm>
              <a:custGeom>
                <a:avLst/>
                <a:gdLst/>
                <a:ahLst/>
                <a:cxnLst/>
                <a:rect l="l" t="t" r="r" b="b"/>
                <a:pathLst>
                  <a:path w="348" h="343" extrusionOk="0">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 name="Google Shape;1876;p49"/>
            <p:cNvGrpSpPr/>
            <p:nvPr/>
          </p:nvGrpSpPr>
          <p:grpSpPr>
            <a:xfrm>
              <a:off x="6441798" y="3880086"/>
              <a:ext cx="653332" cy="924225"/>
              <a:chOff x="6000261" y="1225220"/>
              <a:chExt cx="627600" cy="887824"/>
            </a:xfrm>
          </p:grpSpPr>
          <p:sp>
            <p:nvSpPr>
              <p:cNvPr id="10" name="Google Shape;1877;p49"/>
              <p:cNvSpPr/>
              <p:nvPr/>
            </p:nvSpPr>
            <p:spPr>
              <a:xfrm>
                <a:off x="6000261" y="1293145"/>
                <a:ext cx="627600" cy="8199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1878;p49"/>
              <p:cNvSpPr/>
              <p:nvPr/>
            </p:nvSpPr>
            <p:spPr>
              <a:xfrm>
                <a:off x="6000261" y="1225220"/>
                <a:ext cx="627579" cy="6792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879;p49"/>
              <p:cNvSpPr/>
              <p:nvPr/>
            </p:nvSpPr>
            <p:spPr>
              <a:xfrm>
                <a:off x="6029918"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880;p49"/>
              <p:cNvSpPr/>
              <p:nvPr/>
            </p:nvSpPr>
            <p:spPr>
              <a:xfrm>
                <a:off x="6077752"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881;p49"/>
              <p:cNvSpPr/>
              <p:nvPr/>
            </p:nvSpPr>
            <p:spPr>
              <a:xfrm>
                <a:off x="6126543" y="1243398"/>
                <a:ext cx="306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882;p49"/>
              <p:cNvSpPr/>
              <p:nvPr/>
            </p:nvSpPr>
            <p:spPr>
              <a:xfrm>
                <a:off x="6100712" y="1671989"/>
                <a:ext cx="97500" cy="142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883;p49"/>
              <p:cNvSpPr/>
              <p:nvPr/>
            </p:nvSpPr>
            <p:spPr>
              <a:xfrm>
                <a:off x="6248997" y="1573451"/>
                <a:ext cx="98400" cy="241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884;p49"/>
              <p:cNvSpPr/>
              <p:nvPr/>
            </p:nvSpPr>
            <p:spPr>
              <a:xfrm>
                <a:off x="6397281" y="1484480"/>
                <a:ext cx="97500" cy="330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85;p49"/>
              <p:cNvSpPr/>
              <p:nvPr/>
            </p:nvSpPr>
            <p:spPr>
              <a:xfrm>
                <a:off x="6135152" y="1338108"/>
                <a:ext cx="308049" cy="309007"/>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886;p49"/>
              <p:cNvSpPr/>
              <p:nvPr/>
            </p:nvSpPr>
            <p:spPr>
              <a:xfrm>
                <a:off x="6072012" y="1876717"/>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1887;p49"/>
              <p:cNvSpPr/>
              <p:nvPr/>
            </p:nvSpPr>
            <p:spPr>
              <a:xfrm>
                <a:off x="6072012" y="1929334"/>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1888;p49"/>
              <p:cNvSpPr/>
              <p:nvPr/>
            </p:nvSpPr>
            <p:spPr>
              <a:xfrm>
                <a:off x="6124629" y="1981952"/>
                <a:ext cx="3777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1889;p49"/>
              <p:cNvSpPr/>
              <p:nvPr/>
            </p:nvSpPr>
            <p:spPr>
              <a:xfrm>
                <a:off x="6192553" y="2034569"/>
                <a:ext cx="2421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 name="Google Shape;1890;p49"/>
            <p:cNvSpPr/>
            <p:nvPr/>
          </p:nvSpPr>
          <p:spPr>
            <a:xfrm>
              <a:off x="7405114" y="2441120"/>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611213598"/>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4" y="-1013464"/>
            <a:ext cx="7207463" cy="179452"/>
          </a:xfrm>
        </p:spPr>
        <p:txBody>
          <a:bodyPr/>
          <a:lstStyle/>
          <a:p>
            <a:endParaRPr lang="en-US" dirty="0"/>
          </a:p>
        </p:txBody>
      </p:sp>
      <p:sp>
        <p:nvSpPr>
          <p:cNvPr id="3" name="Subtitle 2"/>
          <p:cNvSpPr>
            <a:spLocks noGrp="1"/>
          </p:cNvSpPr>
          <p:nvPr>
            <p:ph type="subTitle" idx="1"/>
          </p:nvPr>
        </p:nvSpPr>
        <p:spPr>
          <a:xfrm flipH="1">
            <a:off x="-1627833" y="-1051512"/>
            <a:ext cx="5484499" cy="215548"/>
          </a:xfrm>
        </p:spPr>
        <p:txBody>
          <a:bodyPr/>
          <a:lstStyle/>
          <a:p>
            <a:endParaRPr lang="en-US"/>
          </a:p>
        </p:txBody>
      </p:sp>
      <p:sp>
        <p:nvSpPr>
          <p:cNvPr id="4" name="Subtitle 3"/>
          <p:cNvSpPr>
            <a:spLocks noGrp="1"/>
          </p:cNvSpPr>
          <p:nvPr>
            <p:ph type="subTitle" idx="2"/>
          </p:nvPr>
        </p:nvSpPr>
        <p:spPr>
          <a:xfrm>
            <a:off x="1154262" y="-1179286"/>
            <a:ext cx="4733282" cy="255548"/>
          </a:xfrm>
        </p:spPr>
        <p:txBody>
          <a:bodyPr/>
          <a:lstStyle/>
          <a:p>
            <a:endParaRPr lang="en-US" dirty="0"/>
          </a:p>
        </p:txBody>
      </p:sp>
      <p:sp>
        <p:nvSpPr>
          <p:cNvPr id="8" name="Title 1">
            <a:extLst>
              <a:ext uri="{FF2B5EF4-FFF2-40B4-BE49-F238E27FC236}">
                <a16:creationId xmlns:a16="http://schemas.microsoft.com/office/drawing/2014/main" id="{21B04CFE-D445-A415-5990-061183069B17}"/>
              </a:ext>
            </a:extLst>
          </p:cNvPr>
          <p:cNvSpPr txBox="1">
            <a:spLocks/>
          </p:cNvSpPr>
          <p:nvPr/>
        </p:nvSpPr>
        <p:spPr>
          <a:xfrm>
            <a:off x="787700" y="343430"/>
            <a:ext cx="6000143" cy="4536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US" dirty="0">
                <a:solidFill>
                  <a:srgbClr val="0070C0"/>
                </a:solidFill>
              </a:rPr>
              <a:t>Model Building &amp; Forecasting</a:t>
            </a:r>
          </a:p>
        </p:txBody>
      </p:sp>
      <p:grpSp>
        <p:nvGrpSpPr>
          <p:cNvPr id="9" name="Google Shape;1858;p49">
            <a:extLst>
              <a:ext uri="{FF2B5EF4-FFF2-40B4-BE49-F238E27FC236}">
                <a16:creationId xmlns:a16="http://schemas.microsoft.com/office/drawing/2014/main" id="{956978CC-698F-4082-5CD8-CF7D43D8641A}"/>
              </a:ext>
            </a:extLst>
          </p:cNvPr>
          <p:cNvGrpSpPr/>
          <p:nvPr/>
        </p:nvGrpSpPr>
        <p:grpSpPr>
          <a:xfrm>
            <a:off x="7531020" y="120316"/>
            <a:ext cx="1589093" cy="1732547"/>
            <a:chOff x="6441798" y="2312952"/>
            <a:chExt cx="1923820" cy="2491358"/>
          </a:xfrm>
        </p:grpSpPr>
        <p:grpSp>
          <p:nvGrpSpPr>
            <p:cNvPr id="10" name="Google Shape;1859;p49">
              <a:extLst>
                <a:ext uri="{FF2B5EF4-FFF2-40B4-BE49-F238E27FC236}">
                  <a16:creationId xmlns:a16="http://schemas.microsoft.com/office/drawing/2014/main" id="{AEEED304-5E06-251D-190A-4DCAA83099FF}"/>
                </a:ext>
              </a:extLst>
            </p:cNvPr>
            <p:cNvGrpSpPr/>
            <p:nvPr/>
          </p:nvGrpSpPr>
          <p:grpSpPr>
            <a:xfrm>
              <a:off x="7303533" y="2990635"/>
              <a:ext cx="1062085" cy="995219"/>
              <a:chOff x="1932280" y="1331475"/>
              <a:chExt cx="637200" cy="597084"/>
            </a:xfrm>
          </p:grpSpPr>
          <p:sp>
            <p:nvSpPr>
              <p:cNvPr id="30" name="Google Shape;1860;p49">
                <a:extLst>
                  <a:ext uri="{FF2B5EF4-FFF2-40B4-BE49-F238E27FC236}">
                    <a16:creationId xmlns:a16="http://schemas.microsoft.com/office/drawing/2014/main" id="{712C87A0-9289-B427-70D9-361DBFDF0B80}"/>
                  </a:ext>
                </a:extLst>
              </p:cNvPr>
              <p:cNvSpPr/>
              <p:nvPr/>
            </p:nvSpPr>
            <p:spPr>
              <a:xfrm>
                <a:off x="1932280" y="1393658"/>
                <a:ext cx="637200" cy="53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1861;p49">
                <a:extLst>
                  <a:ext uri="{FF2B5EF4-FFF2-40B4-BE49-F238E27FC236}">
                    <a16:creationId xmlns:a16="http://schemas.microsoft.com/office/drawing/2014/main" id="{C5D282C8-152E-E606-352A-C73164FB01BD}"/>
                  </a:ext>
                </a:extLst>
              </p:cNvPr>
              <p:cNvSpPr/>
              <p:nvPr/>
            </p:nvSpPr>
            <p:spPr>
              <a:xfrm>
                <a:off x="2033687" y="1869127"/>
                <a:ext cx="993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1862;p49">
                <a:extLst>
                  <a:ext uri="{FF2B5EF4-FFF2-40B4-BE49-F238E27FC236}">
                    <a16:creationId xmlns:a16="http://schemas.microsoft.com/office/drawing/2014/main" id="{0F09B2F5-A978-5857-ECFF-AA15EDC2E039}"/>
                  </a:ext>
                </a:extLst>
              </p:cNvPr>
              <p:cNvSpPr/>
              <p:nvPr/>
            </p:nvSpPr>
            <p:spPr>
              <a:xfrm>
                <a:off x="1977243" y="1857647"/>
                <a:ext cx="38400" cy="39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1863;p49">
                <a:extLst>
                  <a:ext uri="{FF2B5EF4-FFF2-40B4-BE49-F238E27FC236}">
                    <a16:creationId xmlns:a16="http://schemas.microsoft.com/office/drawing/2014/main" id="{DD051665-ED92-7B3D-B47D-42BABBB67B0C}"/>
                  </a:ext>
                </a:extLst>
              </p:cNvPr>
              <p:cNvSpPr/>
              <p:nvPr/>
            </p:nvSpPr>
            <p:spPr>
              <a:xfrm>
                <a:off x="2432621" y="1869127"/>
                <a:ext cx="1005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1864;p49">
                <a:extLst>
                  <a:ext uri="{FF2B5EF4-FFF2-40B4-BE49-F238E27FC236}">
                    <a16:creationId xmlns:a16="http://schemas.microsoft.com/office/drawing/2014/main" id="{97504D68-02FF-2CA2-486C-63C7683EE75D}"/>
                  </a:ext>
                </a:extLst>
              </p:cNvPr>
              <p:cNvSpPr/>
              <p:nvPr/>
            </p:nvSpPr>
            <p:spPr>
              <a:xfrm>
                <a:off x="2377133" y="1857647"/>
                <a:ext cx="39300" cy="393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1865;p49">
                <a:extLst>
                  <a:ext uri="{FF2B5EF4-FFF2-40B4-BE49-F238E27FC236}">
                    <a16:creationId xmlns:a16="http://schemas.microsoft.com/office/drawing/2014/main" id="{463D1419-03E7-9482-8355-07F4A62832EF}"/>
                  </a:ext>
                </a:extLst>
              </p:cNvPr>
              <p:cNvSpPr/>
              <p:nvPr/>
            </p:nvSpPr>
            <p:spPr>
              <a:xfrm>
                <a:off x="1932280" y="1331475"/>
                <a:ext cx="637146" cy="62184"/>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1866;p49">
                <a:extLst>
                  <a:ext uri="{FF2B5EF4-FFF2-40B4-BE49-F238E27FC236}">
                    <a16:creationId xmlns:a16="http://schemas.microsoft.com/office/drawing/2014/main" id="{1ECF7EB6-DD52-8AC8-83EC-E66D0830287C}"/>
                  </a:ext>
                </a:extLst>
              </p:cNvPr>
              <p:cNvSpPr/>
              <p:nvPr/>
            </p:nvSpPr>
            <p:spPr>
              <a:xfrm>
                <a:off x="1959067"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1867;p49">
                <a:extLst>
                  <a:ext uri="{FF2B5EF4-FFF2-40B4-BE49-F238E27FC236}">
                    <a16:creationId xmlns:a16="http://schemas.microsoft.com/office/drawing/2014/main" id="{07D6CB69-0BDA-06D0-9760-449B88C84756}"/>
                  </a:ext>
                </a:extLst>
              </p:cNvPr>
              <p:cNvSpPr/>
              <p:nvPr/>
            </p:nvSpPr>
            <p:spPr>
              <a:xfrm>
                <a:off x="2003074"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1868;p49">
                <a:extLst>
                  <a:ext uri="{FF2B5EF4-FFF2-40B4-BE49-F238E27FC236}">
                    <a16:creationId xmlns:a16="http://schemas.microsoft.com/office/drawing/2014/main" id="{0FA22F68-B54F-7B7B-DCD5-60B7D9CCC995}"/>
                  </a:ext>
                </a:extLst>
              </p:cNvPr>
              <p:cNvSpPr/>
              <p:nvPr/>
            </p:nvSpPr>
            <p:spPr>
              <a:xfrm>
                <a:off x="2047081" y="1348695"/>
                <a:ext cx="297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1869;p49">
                <a:extLst>
                  <a:ext uri="{FF2B5EF4-FFF2-40B4-BE49-F238E27FC236}">
                    <a16:creationId xmlns:a16="http://schemas.microsoft.com/office/drawing/2014/main" id="{F46C4464-32A9-7189-DD5D-9B724AA01C8E}"/>
                  </a:ext>
                </a:extLst>
              </p:cNvPr>
              <p:cNvSpPr/>
              <p:nvPr/>
            </p:nvSpPr>
            <p:spPr>
              <a:xfrm>
                <a:off x="2045167" y="1431925"/>
                <a:ext cx="411300" cy="4113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1870;p49">
                <a:extLst>
                  <a:ext uri="{FF2B5EF4-FFF2-40B4-BE49-F238E27FC236}">
                    <a16:creationId xmlns:a16="http://schemas.microsoft.com/office/drawing/2014/main" id="{5FE68519-1EEE-BEDC-2779-8BAC42A0A567}"/>
                  </a:ext>
                </a:extLst>
              </p:cNvPr>
              <p:cNvSpPr/>
              <p:nvPr/>
            </p:nvSpPr>
            <p:spPr>
              <a:xfrm>
                <a:off x="2115004" y="1502719"/>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1871;p49">
                <a:extLst>
                  <a:ext uri="{FF2B5EF4-FFF2-40B4-BE49-F238E27FC236}">
                    <a16:creationId xmlns:a16="http://schemas.microsoft.com/office/drawing/2014/main" id="{DAC22EB0-7684-34CD-965F-31C2B835B0E4}"/>
                  </a:ext>
                </a:extLst>
              </p:cNvPr>
              <p:cNvSpPr/>
              <p:nvPr/>
            </p:nvSpPr>
            <p:spPr>
              <a:xfrm>
                <a:off x="2093958" y="1495066"/>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 name="Google Shape;1872;p49">
              <a:extLst>
                <a:ext uri="{FF2B5EF4-FFF2-40B4-BE49-F238E27FC236}">
                  <a16:creationId xmlns:a16="http://schemas.microsoft.com/office/drawing/2014/main" id="{B0248C45-3A86-9EC8-74CE-AF97A280A0E0}"/>
                </a:ext>
              </a:extLst>
            </p:cNvPr>
            <p:cNvSpPr/>
            <p:nvPr/>
          </p:nvSpPr>
          <p:spPr>
            <a:xfrm>
              <a:off x="7499752" y="4238124"/>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 name="Google Shape;1873;p49">
              <a:extLst>
                <a:ext uri="{FF2B5EF4-FFF2-40B4-BE49-F238E27FC236}">
                  <a16:creationId xmlns:a16="http://schemas.microsoft.com/office/drawing/2014/main" id="{EF309513-0688-F753-920C-7E5666D4B717}"/>
                </a:ext>
              </a:extLst>
            </p:cNvPr>
            <p:cNvGrpSpPr/>
            <p:nvPr/>
          </p:nvGrpSpPr>
          <p:grpSpPr>
            <a:xfrm>
              <a:off x="7950419" y="2312952"/>
              <a:ext cx="415198" cy="415198"/>
              <a:chOff x="1404969" y="1106377"/>
              <a:chExt cx="415198" cy="415198"/>
            </a:xfrm>
          </p:grpSpPr>
          <p:sp>
            <p:nvSpPr>
              <p:cNvPr id="28" name="Google Shape;1874;p49">
                <a:extLst>
                  <a:ext uri="{FF2B5EF4-FFF2-40B4-BE49-F238E27FC236}">
                    <a16:creationId xmlns:a16="http://schemas.microsoft.com/office/drawing/2014/main" id="{3181A748-8B92-774D-B39A-36B9492DE0D9}"/>
                  </a:ext>
                </a:extLst>
              </p:cNvPr>
              <p:cNvSpPr/>
              <p:nvPr/>
            </p:nvSpPr>
            <p:spPr>
              <a:xfrm>
                <a:off x="1404969" y="1106377"/>
                <a:ext cx="415198" cy="415198"/>
              </a:xfrm>
              <a:custGeom>
                <a:avLst/>
                <a:gdLst/>
                <a:ahLst/>
                <a:cxnLst/>
                <a:rect l="l" t="t" r="r" b="b"/>
                <a:pathLst>
                  <a:path w="474" h="474" extrusionOk="0">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1875;p49">
                <a:extLst>
                  <a:ext uri="{FF2B5EF4-FFF2-40B4-BE49-F238E27FC236}">
                    <a16:creationId xmlns:a16="http://schemas.microsoft.com/office/drawing/2014/main" id="{ABF9675B-0F1D-975F-D95A-68B8EB6A4C89}"/>
                  </a:ext>
                </a:extLst>
              </p:cNvPr>
              <p:cNvSpPr/>
              <p:nvPr/>
            </p:nvSpPr>
            <p:spPr>
              <a:xfrm>
                <a:off x="1460456" y="1163778"/>
                <a:ext cx="304223" cy="299440"/>
              </a:xfrm>
              <a:custGeom>
                <a:avLst/>
                <a:gdLst/>
                <a:ahLst/>
                <a:cxnLst/>
                <a:rect l="l" t="t" r="r" b="b"/>
                <a:pathLst>
                  <a:path w="348" h="343" extrusionOk="0">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 name="Google Shape;1876;p49">
              <a:extLst>
                <a:ext uri="{FF2B5EF4-FFF2-40B4-BE49-F238E27FC236}">
                  <a16:creationId xmlns:a16="http://schemas.microsoft.com/office/drawing/2014/main" id="{EE48AFE8-84D3-C365-78C6-41F35DC01E3D}"/>
                </a:ext>
              </a:extLst>
            </p:cNvPr>
            <p:cNvGrpSpPr/>
            <p:nvPr/>
          </p:nvGrpSpPr>
          <p:grpSpPr>
            <a:xfrm>
              <a:off x="6441798" y="3880086"/>
              <a:ext cx="653332" cy="924225"/>
              <a:chOff x="6000261" y="1225220"/>
              <a:chExt cx="627600" cy="887824"/>
            </a:xfrm>
          </p:grpSpPr>
          <p:sp>
            <p:nvSpPr>
              <p:cNvPr id="15" name="Google Shape;1877;p49">
                <a:extLst>
                  <a:ext uri="{FF2B5EF4-FFF2-40B4-BE49-F238E27FC236}">
                    <a16:creationId xmlns:a16="http://schemas.microsoft.com/office/drawing/2014/main" id="{A480654E-3571-C312-98E9-A38ED2D75A0E}"/>
                  </a:ext>
                </a:extLst>
              </p:cNvPr>
              <p:cNvSpPr/>
              <p:nvPr/>
            </p:nvSpPr>
            <p:spPr>
              <a:xfrm>
                <a:off x="6000261" y="1293145"/>
                <a:ext cx="627600" cy="8199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878;p49">
                <a:extLst>
                  <a:ext uri="{FF2B5EF4-FFF2-40B4-BE49-F238E27FC236}">
                    <a16:creationId xmlns:a16="http://schemas.microsoft.com/office/drawing/2014/main" id="{0CE11AEC-BCE9-602E-6683-92CD32067192}"/>
                  </a:ext>
                </a:extLst>
              </p:cNvPr>
              <p:cNvSpPr/>
              <p:nvPr/>
            </p:nvSpPr>
            <p:spPr>
              <a:xfrm>
                <a:off x="6000261" y="1225220"/>
                <a:ext cx="627579" cy="67924"/>
              </a:xfrm>
              <a:custGeom>
                <a:avLst/>
                <a:gdLst/>
                <a:ahLst/>
                <a:cxnLst/>
                <a:rect l="l" t="t" r="r" b="b"/>
                <a:pathLst>
                  <a:path w="718" h="78" extrusionOk="0">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879;p49">
                <a:extLst>
                  <a:ext uri="{FF2B5EF4-FFF2-40B4-BE49-F238E27FC236}">
                    <a16:creationId xmlns:a16="http://schemas.microsoft.com/office/drawing/2014/main" id="{F4C81D4A-3473-683F-C2B8-9958283291ED}"/>
                  </a:ext>
                </a:extLst>
              </p:cNvPr>
              <p:cNvSpPr/>
              <p:nvPr/>
            </p:nvSpPr>
            <p:spPr>
              <a:xfrm>
                <a:off x="6029918"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80;p49">
                <a:extLst>
                  <a:ext uri="{FF2B5EF4-FFF2-40B4-BE49-F238E27FC236}">
                    <a16:creationId xmlns:a16="http://schemas.microsoft.com/office/drawing/2014/main" id="{417E65E4-23F6-C086-BB06-E63E2435B6D4}"/>
                  </a:ext>
                </a:extLst>
              </p:cNvPr>
              <p:cNvSpPr/>
              <p:nvPr/>
            </p:nvSpPr>
            <p:spPr>
              <a:xfrm>
                <a:off x="6077752" y="1243398"/>
                <a:ext cx="315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881;p49">
                <a:extLst>
                  <a:ext uri="{FF2B5EF4-FFF2-40B4-BE49-F238E27FC236}">
                    <a16:creationId xmlns:a16="http://schemas.microsoft.com/office/drawing/2014/main" id="{8EADCAC1-35FF-DD24-307B-F9ACBAE71AB7}"/>
                  </a:ext>
                </a:extLst>
              </p:cNvPr>
              <p:cNvSpPr/>
              <p:nvPr/>
            </p:nvSpPr>
            <p:spPr>
              <a:xfrm>
                <a:off x="6126543" y="1243398"/>
                <a:ext cx="30600" cy="306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1882;p49">
                <a:extLst>
                  <a:ext uri="{FF2B5EF4-FFF2-40B4-BE49-F238E27FC236}">
                    <a16:creationId xmlns:a16="http://schemas.microsoft.com/office/drawing/2014/main" id="{B5272634-11CC-7B74-2908-A540921AFFEF}"/>
                  </a:ext>
                </a:extLst>
              </p:cNvPr>
              <p:cNvSpPr/>
              <p:nvPr/>
            </p:nvSpPr>
            <p:spPr>
              <a:xfrm>
                <a:off x="6100712" y="1671989"/>
                <a:ext cx="97500" cy="142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1883;p49">
                <a:extLst>
                  <a:ext uri="{FF2B5EF4-FFF2-40B4-BE49-F238E27FC236}">
                    <a16:creationId xmlns:a16="http://schemas.microsoft.com/office/drawing/2014/main" id="{607823D5-0175-C6E6-4BDE-297FC3BA6A35}"/>
                  </a:ext>
                </a:extLst>
              </p:cNvPr>
              <p:cNvSpPr/>
              <p:nvPr/>
            </p:nvSpPr>
            <p:spPr>
              <a:xfrm>
                <a:off x="6248997" y="1573451"/>
                <a:ext cx="98400" cy="241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1884;p49">
                <a:extLst>
                  <a:ext uri="{FF2B5EF4-FFF2-40B4-BE49-F238E27FC236}">
                    <a16:creationId xmlns:a16="http://schemas.microsoft.com/office/drawing/2014/main" id="{C4324A91-C234-5D77-789B-71CC0A2E530C}"/>
                  </a:ext>
                </a:extLst>
              </p:cNvPr>
              <p:cNvSpPr/>
              <p:nvPr/>
            </p:nvSpPr>
            <p:spPr>
              <a:xfrm>
                <a:off x="6397281" y="1484480"/>
                <a:ext cx="97500" cy="330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1885;p49">
                <a:extLst>
                  <a:ext uri="{FF2B5EF4-FFF2-40B4-BE49-F238E27FC236}">
                    <a16:creationId xmlns:a16="http://schemas.microsoft.com/office/drawing/2014/main" id="{EC438594-373A-B096-28B5-3C03B42374F0}"/>
                  </a:ext>
                </a:extLst>
              </p:cNvPr>
              <p:cNvSpPr/>
              <p:nvPr/>
            </p:nvSpPr>
            <p:spPr>
              <a:xfrm>
                <a:off x="6135152" y="1338108"/>
                <a:ext cx="308049" cy="309007"/>
              </a:xfrm>
              <a:custGeom>
                <a:avLst/>
                <a:gdLst/>
                <a:ahLst/>
                <a:cxnLst/>
                <a:rect l="l" t="t" r="r" b="b"/>
                <a:pathLst>
                  <a:path w="352" h="353" extrusionOk="0">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1886;p49">
                <a:extLst>
                  <a:ext uri="{FF2B5EF4-FFF2-40B4-BE49-F238E27FC236}">
                    <a16:creationId xmlns:a16="http://schemas.microsoft.com/office/drawing/2014/main" id="{77F8E005-DC40-C256-32B1-2BC7254250F7}"/>
                  </a:ext>
                </a:extLst>
              </p:cNvPr>
              <p:cNvSpPr/>
              <p:nvPr/>
            </p:nvSpPr>
            <p:spPr>
              <a:xfrm>
                <a:off x="6072012" y="1876717"/>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1887;p49">
                <a:extLst>
                  <a:ext uri="{FF2B5EF4-FFF2-40B4-BE49-F238E27FC236}">
                    <a16:creationId xmlns:a16="http://schemas.microsoft.com/office/drawing/2014/main" id="{7E9FEA6B-5844-0A2B-C09E-CB58F7A730DC}"/>
                  </a:ext>
                </a:extLst>
              </p:cNvPr>
              <p:cNvSpPr/>
              <p:nvPr/>
            </p:nvSpPr>
            <p:spPr>
              <a:xfrm>
                <a:off x="6072012" y="1929334"/>
                <a:ext cx="4830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1888;p49">
                <a:extLst>
                  <a:ext uri="{FF2B5EF4-FFF2-40B4-BE49-F238E27FC236}">
                    <a16:creationId xmlns:a16="http://schemas.microsoft.com/office/drawing/2014/main" id="{CE4F0319-85FF-934D-3F01-0EB74ECEA4C6}"/>
                  </a:ext>
                </a:extLst>
              </p:cNvPr>
              <p:cNvSpPr/>
              <p:nvPr/>
            </p:nvSpPr>
            <p:spPr>
              <a:xfrm>
                <a:off x="6124629" y="1981952"/>
                <a:ext cx="3777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1889;p49">
                <a:extLst>
                  <a:ext uri="{FF2B5EF4-FFF2-40B4-BE49-F238E27FC236}">
                    <a16:creationId xmlns:a16="http://schemas.microsoft.com/office/drawing/2014/main" id="{111886CC-FAA1-FB2E-0CBC-8D21CD0C9FAC}"/>
                  </a:ext>
                </a:extLst>
              </p:cNvPr>
              <p:cNvSpPr/>
              <p:nvPr/>
            </p:nvSpPr>
            <p:spPr>
              <a:xfrm>
                <a:off x="6192553" y="2034569"/>
                <a:ext cx="242100" cy="20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 name="Google Shape;1890;p49">
              <a:extLst>
                <a:ext uri="{FF2B5EF4-FFF2-40B4-BE49-F238E27FC236}">
                  <a16:creationId xmlns:a16="http://schemas.microsoft.com/office/drawing/2014/main" id="{0F10DF6E-AD27-3165-BDB2-B456EC619CF2}"/>
                </a:ext>
              </a:extLst>
            </p:cNvPr>
            <p:cNvSpPr/>
            <p:nvPr/>
          </p:nvSpPr>
          <p:spPr>
            <a:xfrm>
              <a:off x="7405114" y="2441120"/>
              <a:ext cx="326675" cy="322400"/>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8" name="TextBox 77">
            <a:extLst>
              <a:ext uri="{FF2B5EF4-FFF2-40B4-BE49-F238E27FC236}">
                <a16:creationId xmlns:a16="http://schemas.microsoft.com/office/drawing/2014/main" id="{9ACAFC58-D8C0-EC41-4B83-B4A848E9C297}"/>
              </a:ext>
            </a:extLst>
          </p:cNvPr>
          <p:cNvSpPr txBox="1"/>
          <p:nvPr/>
        </p:nvSpPr>
        <p:spPr>
          <a:xfrm>
            <a:off x="547420" y="1184777"/>
            <a:ext cx="6224336" cy="1692771"/>
          </a:xfrm>
          <a:prstGeom prst="rect">
            <a:avLst/>
          </a:prstGeom>
          <a:noFill/>
        </p:spPr>
        <p:txBody>
          <a:bodyPr wrap="square">
            <a:spAutoFit/>
          </a:bodyPr>
          <a:lstStyle/>
          <a:p>
            <a:r>
              <a:rPr lang="en-US" sz="1600" b="1" dirty="0">
                <a:solidFill>
                  <a:schemeClr val="tx1"/>
                </a:solidFill>
                <a:latin typeface="DM Sans" pitchFamily="2" charset="0"/>
              </a:rPr>
              <a:t>Multiple Regression models were built in Python using algorithms such as </a:t>
            </a:r>
          </a:p>
          <a:p>
            <a:endParaRPr lang="en-US" sz="1600" b="1" dirty="0">
              <a:solidFill>
                <a:schemeClr val="tx1"/>
              </a:solidFill>
              <a:latin typeface="DM Sans" pitchFamily="2" charset="0"/>
            </a:endParaRPr>
          </a:p>
          <a:p>
            <a:pPr marL="171450" indent="-171450">
              <a:buFont typeface="Arial" panose="020B0604020202020204" pitchFamily="34" charset="0"/>
              <a:buChar char="•"/>
            </a:pPr>
            <a:r>
              <a:rPr lang="en-US" dirty="0">
                <a:solidFill>
                  <a:schemeClr val="bg1">
                    <a:lumMod val="75000"/>
                  </a:schemeClr>
                </a:solidFill>
                <a:latin typeface="DM Sans" pitchFamily="2" charset="0"/>
              </a:rPr>
              <a:t>Linear Regression</a:t>
            </a:r>
          </a:p>
          <a:p>
            <a:pPr marL="171450" indent="-171450">
              <a:buFont typeface="Arial" panose="020B0604020202020204" pitchFamily="34" charset="0"/>
              <a:buChar char="•"/>
            </a:pPr>
            <a:r>
              <a:rPr lang="en-US" dirty="0">
                <a:solidFill>
                  <a:schemeClr val="bg1">
                    <a:lumMod val="75000"/>
                  </a:schemeClr>
                </a:solidFill>
                <a:latin typeface="DM Sans" pitchFamily="2" charset="0"/>
              </a:rPr>
              <a:t>Decision Tree Regression</a:t>
            </a:r>
          </a:p>
          <a:p>
            <a:pPr marL="171450" indent="-171450">
              <a:buFont typeface="Arial" panose="020B0604020202020204" pitchFamily="34" charset="0"/>
              <a:buChar char="•"/>
            </a:pPr>
            <a:r>
              <a:rPr lang="en-US" dirty="0">
                <a:solidFill>
                  <a:schemeClr val="bg1">
                    <a:lumMod val="75000"/>
                  </a:schemeClr>
                </a:solidFill>
                <a:latin typeface="DM Sans" pitchFamily="2" charset="0"/>
              </a:rPr>
              <a:t>Random Forest Regression</a:t>
            </a:r>
          </a:p>
          <a:p>
            <a:pPr marL="171450" indent="-171450">
              <a:buFont typeface="Arial" panose="020B0604020202020204" pitchFamily="34" charset="0"/>
              <a:buChar char="•"/>
            </a:pPr>
            <a:r>
              <a:rPr lang="en-US" dirty="0">
                <a:solidFill>
                  <a:schemeClr val="bg1">
                    <a:lumMod val="75000"/>
                  </a:schemeClr>
                </a:solidFill>
                <a:latin typeface="DM Sans" pitchFamily="2" charset="0"/>
              </a:rPr>
              <a:t>Gradient Boost Regression</a:t>
            </a:r>
          </a:p>
        </p:txBody>
      </p:sp>
      <p:sp>
        <p:nvSpPr>
          <p:cNvPr id="80" name="TextBox 79">
            <a:extLst>
              <a:ext uri="{FF2B5EF4-FFF2-40B4-BE49-F238E27FC236}">
                <a16:creationId xmlns:a16="http://schemas.microsoft.com/office/drawing/2014/main" id="{733E9454-813B-5C7F-0F73-4381FD38276E}"/>
              </a:ext>
            </a:extLst>
          </p:cNvPr>
          <p:cNvSpPr txBox="1"/>
          <p:nvPr/>
        </p:nvSpPr>
        <p:spPr>
          <a:xfrm>
            <a:off x="465221" y="3033282"/>
            <a:ext cx="7065799" cy="1446550"/>
          </a:xfrm>
          <a:prstGeom prst="rect">
            <a:avLst/>
          </a:prstGeom>
          <a:noFill/>
        </p:spPr>
        <p:txBody>
          <a:bodyPr wrap="square">
            <a:spAutoFit/>
          </a:bodyPr>
          <a:lstStyle/>
          <a:p>
            <a:pPr algn="l">
              <a:buNone/>
            </a:pPr>
            <a:r>
              <a:rPr lang="en-US" sz="1600" b="1" i="0" dirty="0">
                <a:solidFill>
                  <a:schemeClr val="tx1"/>
                </a:solidFill>
                <a:effectLst/>
                <a:latin typeface="DM Sans" pitchFamily="2" charset="0"/>
              </a:rPr>
              <a:t>Evaluation Metrics:</a:t>
            </a:r>
          </a:p>
          <a:p>
            <a:pPr algn="l">
              <a:buNone/>
            </a:pPr>
            <a:endParaRPr lang="en-US" sz="1600" b="1" i="0" dirty="0">
              <a:solidFill>
                <a:schemeClr val="tx1"/>
              </a:solidFill>
              <a:effectLst/>
              <a:latin typeface="DM Sans" pitchFamily="2" charset="0"/>
            </a:endParaRPr>
          </a:p>
          <a:p>
            <a:pPr marL="285750" indent="-285750" algn="l">
              <a:buFont typeface="Arial" panose="020B0604020202020204" pitchFamily="34" charset="0"/>
              <a:buChar char="•"/>
            </a:pPr>
            <a:r>
              <a:rPr lang="en-US" b="1" i="0" dirty="0">
                <a:solidFill>
                  <a:srgbClr val="FF7A78"/>
                </a:solidFill>
                <a:effectLst/>
                <a:latin typeface="DM Sans" pitchFamily="2" charset="0"/>
              </a:rPr>
              <a:t>Mean Squared Error (MSE): </a:t>
            </a:r>
            <a:r>
              <a:rPr lang="en-US" b="0" i="0" dirty="0">
                <a:solidFill>
                  <a:schemeClr val="bg1">
                    <a:lumMod val="75000"/>
                  </a:schemeClr>
                </a:solidFill>
                <a:effectLst/>
                <a:latin typeface="DM Sans" pitchFamily="2" charset="0"/>
              </a:rPr>
              <a:t>Measures the average squared difference between the actual and predicted values. Lower values are better.</a:t>
            </a:r>
          </a:p>
          <a:p>
            <a:pPr marL="285750" indent="-285750" algn="l">
              <a:buFont typeface="Arial" panose="020B0604020202020204" pitchFamily="34" charset="0"/>
              <a:buChar char="•"/>
            </a:pPr>
            <a:r>
              <a:rPr lang="en-US" b="1" i="0" dirty="0">
                <a:solidFill>
                  <a:srgbClr val="FF7A78"/>
                </a:solidFill>
                <a:effectLst/>
                <a:latin typeface="DM Sans" pitchFamily="2" charset="0"/>
              </a:rPr>
              <a:t>R² (Coefficient of Determination): </a:t>
            </a:r>
            <a:r>
              <a:rPr lang="en-US" b="0" i="0" dirty="0">
                <a:solidFill>
                  <a:schemeClr val="bg1">
                    <a:lumMod val="75000"/>
                  </a:schemeClr>
                </a:solidFill>
                <a:effectLst/>
                <a:latin typeface="DM Sans" pitchFamily="2" charset="0"/>
              </a:rPr>
              <a:t>Measures how well the model explains the variance in the target variable. A value closer to 1 means a better fit.</a:t>
            </a:r>
          </a:p>
        </p:txBody>
      </p:sp>
    </p:spTree>
    <p:extLst>
      <p:ext uri="{BB962C8B-B14F-4D97-AF65-F5344CB8AC3E}">
        <p14:creationId xmlns:p14="http://schemas.microsoft.com/office/powerpoint/2010/main" val="3728504276"/>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C00A26-635E-0ADA-FB34-C9805804C7C7}"/>
              </a:ext>
            </a:extLst>
          </p:cNvPr>
          <p:cNvSpPr txBox="1">
            <a:spLocks/>
          </p:cNvSpPr>
          <p:nvPr/>
        </p:nvSpPr>
        <p:spPr>
          <a:xfrm>
            <a:off x="787700" y="343430"/>
            <a:ext cx="6000143" cy="4536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US" dirty="0">
                <a:solidFill>
                  <a:srgbClr val="0070C0"/>
                </a:solidFill>
              </a:rPr>
              <a:t>Model Building &amp; Forecasting</a:t>
            </a:r>
          </a:p>
        </p:txBody>
      </p:sp>
      <p:sp>
        <p:nvSpPr>
          <p:cNvPr id="6" name="TextBox 5">
            <a:extLst>
              <a:ext uri="{FF2B5EF4-FFF2-40B4-BE49-F238E27FC236}">
                <a16:creationId xmlns:a16="http://schemas.microsoft.com/office/drawing/2014/main" id="{E7FAD1CD-85F5-4CF1-56C8-CAC44B8E0633}"/>
              </a:ext>
            </a:extLst>
          </p:cNvPr>
          <p:cNvSpPr txBox="1"/>
          <p:nvPr/>
        </p:nvSpPr>
        <p:spPr>
          <a:xfrm>
            <a:off x="719917" y="1149533"/>
            <a:ext cx="6067926" cy="338554"/>
          </a:xfrm>
          <a:prstGeom prst="rect">
            <a:avLst/>
          </a:prstGeom>
          <a:noFill/>
        </p:spPr>
        <p:txBody>
          <a:bodyPr wrap="square">
            <a:spAutoFit/>
          </a:bodyPr>
          <a:lstStyle/>
          <a:p>
            <a:pPr marL="285750" indent="-285750" algn="l">
              <a:buFont typeface="Courier New" panose="02070309020205020404" pitchFamily="49" charset="0"/>
              <a:buChar char="o"/>
            </a:pPr>
            <a:r>
              <a:rPr lang="en-US" sz="1600" b="1" i="0" dirty="0">
                <a:solidFill>
                  <a:schemeClr val="tx1"/>
                </a:solidFill>
                <a:effectLst/>
                <a:latin typeface="DM Sans" pitchFamily="2" charset="0"/>
              </a:rPr>
              <a:t>Linear Regression</a:t>
            </a:r>
            <a:endParaRPr lang="en-US" sz="1600" b="0" i="0" dirty="0">
              <a:solidFill>
                <a:schemeClr val="tx1"/>
              </a:solidFill>
              <a:effectLst/>
              <a:latin typeface="DM Sans" pitchFamily="2" charset="0"/>
            </a:endParaRPr>
          </a:p>
        </p:txBody>
      </p:sp>
      <p:pic>
        <p:nvPicPr>
          <p:cNvPr id="8" name="Picture 7">
            <a:extLst>
              <a:ext uri="{FF2B5EF4-FFF2-40B4-BE49-F238E27FC236}">
                <a16:creationId xmlns:a16="http://schemas.microsoft.com/office/drawing/2014/main" id="{C7FE2322-CF81-5AB2-EB2C-635B4B6BC280}"/>
              </a:ext>
            </a:extLst>
          </p:cNvPr>
          <p:cNvPicPr>
            <a:picLocks noChangeAspect="1"/>
          </p:cNvPicPr>
          <p:nvPr/>
        </p:nvPicPr>
        <p:blipFill>
          <a:blip r:embed="rId2"/>
          <a:stretch>
            <a:fillRect/>
          </a:stretch>
        </p:blipFill>
        <p:spPr>
          <a:xfrm>
            <a:off x="1264367" y="1488087"/>
            <a:ext cx="4542876" cy="1008986"/>
          </a:xfrm>
          <a:prstGeom prst="rect">
            <a:avLst/>
          </a:prstGeom>
        </p:spPr>
      </p:pic>
      <p:sp>
        <p:nvSpPr>
          <p:cNvPr id="9" name="TextBox 8">
            <a:extLst>
              <a:ext uri="{FF2B5EF4-FFF2-40B4-BE49-F238E27FC236}">
                <a16:creationId xmlns:a16="http://schemas.microsoft.com/office/drawing/2014/main" id="{88DC9180-CC9E-F9C0-23CD-8CF06F20B0E9}"/>
              </a:ext>
            </a:extLst>
          </p:cNvPr>
          <p:cNvSpPr txBox="1"/>
          <p:nvPr/>
        </p:nvSpPr>
        <p:spPr>
          <a:xfrm>
            <a:off x="719917" y="2643613"/>
            <a:ext cx="6067926" cy="338554"/>
          </a:xfrm>
          <a:prstGeom prst="rect">
            <a:avLst/>
          </a:prstGeom>
          <a:noFill/>
        </p:spPr>
        <p:txBody>
          <a:bodyPr wrap="square">
            <a:spAutoFit/>
          </a:bodyPr>
          <a:lstStyle/>
          <a:p>
            <a:pPr marL="285750" indent="-285750" algn="l">
              <a:buFont typeface="Courier New" panose="02070309020205020404" pitchFamily="49" charset="0"/>
              <a:buChar char="o"/>
            </a:pPr>
            <a:r>
              <a:rPr lang="en-US" sz="1600" b="1" i="0" dirty="0">
                <a:solidFill>
                  <a:schemeClr val="tx1"/>
                </a:solidFill>
                <a:effectLst/>
                <a:latin typeface="DM Sans" pitchFamily="2" charset="0"/>
              </a:rPr>
              <a:t>Visualizing Linear Regression Results</a:t>
            </a:r>
            <a:endParaRPr lang="en-US" sz="1600" b="0" i="0" dirty="0">
              <a:solidFill>
                <a:schemeClr val="tx1"/>
              </a:solidFill>
              <a:effectLst/>
              <a:latin typeface="DM Sans" pitchFamily="2" charset="0"/>
            </a:endParaRPr>
          </a:p>
        </p:txBody>
      </p:sp>
      <p:pic>
        <p:nvPicPr>
          <p:cNvPr id="13314" name="Picture 2">
            <a:extLst>
              <a:ext uri="{FF2B5EF4-FFF2-40B4-BE49-F238E27FC236}">
                <a16:creationId xmlns:a16="http://schemas.microsoft.com/office/drawing/2014/main" id="{6481576C-F9CE-329F-C1BB-98D16F84A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3368" y="2497073"/>
            <a:ext cx="3255105" cy="2595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775488"/>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904DF4-9F9F-9FC5-9E12-5B0C9140F391}"/>
              </a:ext>
            </a:extLst>
          </p:cNvPr>
          <p:cNvSpPr txBox="1">
            <a:spLocks/>
          </p:cNvSpPr>
          <p:nvPr/>
        </p:nvSpPr>
        <p:spPr>
          <a:xfrm>
            <a:off x="787700" y="343430"/>
            <a:ext cx="6000143" cy="4536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US" dirty="0">
                <a:solidFill>
                  <a:srgbClr val="0070C0"/>
                </a:solidFill>
              </a:rPr>
              <a:t>Model Building &amp; Forecasting</a:t>
            </a:r>
          </a:p>
        </p:txBody>
      </p:sp>
      <p:sp>
        <p:nvSpPr>
          <p:cNvPr id="7" name="TextBox 6">
            <a:extLst>
              <a:ext uri="{FF2B5EF4-FFF2-40B4-BE49-F238E27FC236}">
                <a16:creationId xmlns:a16="http://schemas.microsoft.com/office/drawing/2014/main" id="{447AC0AA-E534-675A-D96A-7257BBC3392F}"/>
              </a:ext>
            </a:extLst>
          </p:cNvPr>
          <p:cNvSpPr txBox="1"/>
          <p:nvPr/>
        </p:nvSpPr>
        <p:spPr>
          <a:xfrm>
            <a:off x="753808" y="1053280"/>
            <a:ext cx="6067926" cy="338554"/>
          </a:xfrm>
          <a:prstGeom prst="rect">
            <a:avLst/>
          </a:prstGeom>
          <a:noFill/>
        </p:spPr>
        <p:txBody>
          <a:bodyPr wrap="square">
            <a:spAutoFit/>
          </a:bodyPr>
          <a:lstStyle/>
          <a:p>
            <a:pPr marL="285750" indent="-285750" algn="l">
              <a:buFont typeface="Courier New" panose="02070309020205020404" pitchFamily="49" charset="0"/>
              <a:buChar char="o"/>
            </a:pPr>
            <a:r>
              <a:rPr lang="en-US" sz="1600" b="1" i="0" dirty="0">
                <a:solidFill>
                  <a:schemeClr val="tx1"/>
                </a:solidFill>
                <a:effectLst/>
                <a:latin typeface="DM Sans" pitchFamily="2" charset="0"/>
              </a:rPr>
              <a:t>Decision Tree</a:t>
            </a:r>
            <a:endParaRPr lang="en-US" sz="1600" b="0" i="0" dirty="0">
              <a:solidFill>
                <a:schemeClr val="tx1"/>
              </a:solidFill>
              <a:effectLst/>
              <a:latin typeface="DM Sans" pitchFamily="2" charset="0"/>
            </a:endParaRPr>
          </a:p>
        </p:txBody>
      </p:sp>
      <p:sp>
        <p:nvSpPr>
          <p:cNvPr id="8" name="TextBox 7">
            <a:extLst>
              <a:ext uri="{FF2B5EF4-FFF2-40B4-BE49-F238E27FC236}">
                <a16:creationId xmlns:a16="http://schemas.microsoft.com/office/drawing/2014/main" id="{EB2B295F-042B-89FB-D181-670D546AA787}"/>
              </a:ext>
            </a:extLst>
          </p:cNvPr>
          <p:cNvSpPr txBox="1"/>
          <p:nvPr/>
        </p:nvSpPr>
        <p:spPr>
          <a:xfrm>
            <a:off x="753808" y="2571750"/>
            <a:ext cx="6067926" cy="646331"/>
          </a:xfrm>
          <a:prstGeom prst="rect">
            <a:avLst/>
          </a:prstGeom>
          <a:noFill/>
        </p:spPr>
        <p:txBody>
          <a:bodyPr wrap="square">
            <a:spAutoFit/>
          </a:bodyPr>
          <a:lstStyle/>
          <a:p>
            <a:pPr marL="285750" indent="-285750">
              <a:buFont typeface="Courier New" panose="02070309020205020404" pitchFamily="49" charset="0"/>
              <a:buChar char="o"/>
            </a:pPr>
            <a:r>
              <a:rPr lang="en-US" sz="1600" b="1" i="0" dirty="0">
                <a:solidFill>
                  <a:schemeClr val="tx1"/>
                </a:solidFill>
                <a:effectLst/>
                <a:latin typeface="DM Sans" pitchFamily="2" charset="0"/>
              </a:rPr>
              <a:t>Visualizing Decision Tree</a:t>
            </a:r>
            <a:r>
              <a:rPr lang="en-US" sz="2000" b="1" i="0" dirty="0">
                <a:solidFill>
                  <a:srgbClr val="E3E3E3"/>
                </a:solidFill>
                <a:effectLst/>
                <a:latin typeface="Roboto" panose="02000000000000000000" pitchFamily="2" charset="0"/>
              </a:rPr>
              <a:t> </a:t>
            </a:r>
            <a:r>
              <a:rPr lang="en-US" sz="1600" b="1" i="0" dirty="0">
                <a:solidFill>
                  <a:schemeClr val="tx1"/>
                </a:solidFill>
                <a:effectLst/>
                <a:latin typeface="DM Sans" pitchFamily="2" charset="0"/>
              </a:rPr>
              <a:t>Results</a:t>
            </a:r>
            <a:endParaRPr lang="en-US" sz="2000" b="0" i="0" dirty="0">
              <a:solidFill>
                <a:srgbClr val="E3E3E3"/>
              </a:solidFill>
              <a:effectLst/>
              <a:latin typeface="Roboto" panose="02000000000000000000" pitchFamily="2" charset="0"/>
            </a:endParaRPr>
          </a:p>
          <a:p>
            <a:pPr marL="285750" indent="-285750" algn="l">
              <a:buFont typeface="Courier New" panose="02070309020205020404" pitchFamily="49" charset="0"/>
              <a:buChar char="o"/>
            </a:pPr>
            <a:endParaRPr lang="en-US" sz="1600" b="0" i="0" dirty="0">
              <a:solidFill>
                <a:schemeClr val="tx1"/>
              </a:solidFill>
              <a:effectLst/>
              <a:latin typeface="DM Sans" pitchFamily="2" charset="0"/>
            </a:endParaRPr>
          </a:p>
        </p:txBody>
      </p:sp>
      <p:pic>
        <p:nvPicPr>
          <p:cNvPr id="10" name="Picture 9">
            <a:extLst>
              <a:ext uri="{FF2B5EF4-FFF2-40B4-BE49-F238E27FC236}">
                <a16:creationId xmlns:a16="http://schemas.microsoft.com/office/drawing/2014/main" id="{222807D5-849F-EA06-CE8F-50028A14EF04}"/>
              </a:ext>
            </a:extLst>
          </p:cNvPr>
          <p:cNvPicPr>
            <a:picLocks noChangeAspect="1"/>
          </p:cNvPicPr>
          <p:nvPr/>
        </p:nvPicPr>
        <p:blipFill>
          <a:blip r:embed="rId2"/>
          <a:stretch>
            <a:fillRect/>
          </a:stretch>
        </p:blipFill>
        <p:spPr>
          <a:xfrm>
            <a:off x="938464" y="1439003"/>
            <a:ext cx="7956884" cy="1168188"/>
          </a:xfrm>
          <a:prstGeom prst="rect">
            <a:avLst/>
          </a:prstGeom>
        </p:spPr>
      </p:pic>
      <p:pic>
        <p:nvPicPr>
          <p:cNvPr id="14340" name="Picture 4">
            <a:extLst>
              <a:ext uri="{FF2B5EF4-FFF2-40B4-BE49-F238E27FC236}">
                <a16:creationId xmlns:a16="http://schemas.microsoft.com/office/drawing/2014/main" id="{C4E80328-1993-8B26-97F3-535A1ABBC3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8896" y="2719446"/>
            <a:ext cx="2888916" cy="2303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578974"/>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8A870B-2D45-E298-35CC-263E980EBDA4}"/>
              </a:ext>
            </a:extLst>
          </p:cNvPr>
          <p:cNvSpPr txBox="1">
            <a:spLocks/>
          </p:cNvSpPr>
          <p:nvPr/>
        </p:nvSpPr>
        <p:spPr>
          <a:xfrm>
            <a:off x="787700" y="343430"/>
            <a:ext cx="6000143" cy="4536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US" dirty="0">
                <a:solidFill>
                  <a:srgbClr val="0070C0"/>
                </a:solidFill>
              </a:rPr>
              <a:t>Model Building &amp; Forecasting</a:t>
            </a:r>
          </a:p>
        </p:txBody>
      </p:sp>
      <p:sp>
        <p:nvSpPr>
          <p:cNvPr id="5" name="TextBox 4">
            <a:extLst>
              <a:ext uri="{FF2B5EF4-FFF2-40B4-BE49-F238E27FC236}">
                <a16:creationId xmlns:a16="http://schemas.microsoft.com/office/drawing/2014/main" id="{F281865C-FCF7-E276-9CDE-72E1AE052BAD}"/>
              </a:ext>
            </a:extLst>
          </p:cNvPr>
          <p:cNvSpPr txBox="1"/>
          <p:nvPr/>
        </p:nvSpPr>
        <p:spPr>
          <a:xfrm>
            <a:off x="719917" y="995142"/>
            <a:ext cx="6067926" cy="338554"/>
          </a:xfrm>
          <a:prstGeom prst="rect">
            <a:avLst/>
          </a:prstGeom>
          <a:noFill/>
        </p:spPr>
        <p:txBody>
          <a:bodyPr wrap="square">
            <a:spAutoFit/>
          </a:bodyPr>
          <a:lstStyle/>
          <a:p>
            <a:pPr marL="285750" indent="-285750" algn="l">
              <a:buFont typeface="Courier New" panose="02070309020205020404" pitchFamily="49" charset="0"/>
              <a:buChar char="o"/>
            </a:pPr>
            <a:r>
              <a:rPr lang="en-US" sz="1600" b="1" i="0" dirty="0">
                <a:solidFill>
                  <a:schemeClr val="tx1"/>
                </a:solidFill>
                <a:effectLst/>
                <a:latin typeface="DM Sans" pitchFamily="2" charset="0"/>
              </a:rPr>
              <a:t>Random Forest</a:t>
            </a:r>
            <a:endParaRPr lang="en-US" sz="1600" b="0" i="0" dirty="0">
              <a:solidFill>
                <a:schemeClr val="tx1"/>
              </a:solidFill>
              <a:effectLst/>
              <a:latin typeface="DM Sans" pitchFamily="2" charset="0"/>
            </a:endParaRPr>
          </a:p>
        </p:txBody>
      </p:sp>
      <p:sp>
        <p:nvSpPr>
          <p:cNvPr id="6" name="TextBox 5">
            <a:extLst>
              <a:ext uri="{FF2B5EF4-FFF2-40B4-BE49-F238E27FC236}">
                <a16:creationId xmlns:a16="http://schemas.microsoft.com/office/drawing/2014/main" id="{7A62A104-6708-054A-8870-7DEA858E6AA8}"/>
              </a:ext>
            </a:extLst>
          </p:cNvPr>
          <p:cNvSpPr txBox="1"/>
          <p:nvPr/>
        </p:nvSpPr>
        <p:spPr>
          <a:xfrm>
            <a:off x="719917" y="2918784"/>
            <a:ext cx="6067926" cy="338554"/>
          </a:xfrm>
          <a:prstGeom prst="rect">
            <a:avLst/>
          </a:prstGeom>
          <a:noFill/>
        </p:spPr>
        <p:txBody>
          <a:bodyPr wrap="square">
            <a:spAutoFit/>
          </a:bodyPr>
          <a:lstStyle/>
          <a:p>
            <a:pPr marL="285750" indent="-285750" algn="l">
              <a:buFont typeface="Courier New" panose="02070309020205020404" pitchFamily="49" charset="0"/>
              <a:buChar char="o"/>
            </a:pPr>
            <a:r>
              <a:rPr lang="en-US" sz="1600" b="1" i="0" dirty="0">
                <a:solidFill>
                  <a:schemeClr val="tx1"/>
                </a:solidFill>
                <a:effectLst/>
                <a:latin typeface="DM Sans" pitchFamily="2" charset="0"/>
              </a:rPr>
              <a:t>Visualizing Random Forest Results</a:t>
            </a:r>
            <a:endParaRPr lang="en-US" sz="1600" b="0" i="0" dirty="0">
              <a:solidFill>
                <a:schemeClr val="tx1"/>
              </a:solidFill>
              <a:effectLst/>
              <a:latin typeface="DM Sans" pitchFamily="2" charset="0"/>
            </a:endParaRPr>
          </a:p>
        </p:txBody>
      </p:sp>
      <p:pic>
        <p:nvPicPr>
          <p:cNvPr id="9" name="Picture 8">
            <a:extLst>
              <a:ext uri="{FF2B5EF4-FFF2-40B4-BE49-F238E27FC236}">
                <a16:creationId xmlns:a16="http://schemas.microsoft.com/office/drawing/2014/main" id="{4D10649A-ECAD-3081-EF5C-A4BEA2FAA5EA}"/>
              </a:ext>
            </a:extLst>
          </p:cNvPr>
          <p:cNvPicPr>
            <a:picLocks noChangeAspect="1"/>
          </p:cNvPicPr>
          <p:nvPr/>
        </p:nvPicPr>
        <p:blipFill>
          <a:blip r:embed="rId2"/>
          <a:stretch>
            <a:fillRect/>
          </a:stretch>
        </p:blipFill>
        <p:spPr>
          <a:xfrm>
            <a:off x="719917" y="1434936"/>
            <a:ext cx="4636171" cy="1382607"/>
          </a:xfrm>
          <a:prstGeom prst="rect">
            <a:avLst/>
          </a:prstGeom>
        </p:spPr>
      </p:pic>
      <p:pic>
        <p:nvPicPr>
          <p:cNvPr id="15362" name="Picture 2">
            <a:extLst>
              <a:ext uri="{FF2B5EF4-FFF2-40B4-BE49-F238E27FC236}">
                <a16:creationId xmlns:a16="http://schemas.microsoft.com/office/drawing/2014/main" id="{D5770464-C8AF-80BC-637E-1521636F7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4421" y="2346694"/>
            <a:ext cx="3388378" cy="2702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102513"/>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2E85B9-8799-ED9E-45EF-62CDDFBEE9D9}"/>
              </a:ext>
            </a:extLst>
          </p:cNvPr>
          <p:cNvSpPr txBox="1">
            <a:spLocks/>
          </p:cNvSpPr>
          <p:nvPr/>
        </p:nvSpPr>
        <p:spPr>
          <a:xfrm>
            <a:off x="787700" y="343430"/>
            <a:ext cx="6000143" cy="4536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US" dirty="0">
                <a:solidFill>
                  <a:srgbClr val="0070C0"/>
                </a:solidFill>
              </a:rPr>
              <a:t>Model Building &amp; Forecasting</a:t>
            </a:r>
          </a:p>
        </p:txBody>
      </p:sp>
      <p:sp>
        <p:nvSpPr>
          <p:cNvPr id="5" name="TextBox 4">
            <a:extLst>
              <a:ext uri="{FF2B5EF4-FFF2-40B4-BE49-F238E27FC236}">
                <a16:creationId xmlns:a16="http://schemas.microsoft.com/office/drawing/2014/main" id="{C23BC08D-7680-291C-160D-02CB5B041540}"/>
              </a:ext>
            </a:extLst>
          </p:cNvPr>
          <p:cNvSpPr txBox="1"/>
          <p:nvPr/>
        </p:nvSpPr>
        <p:spPr>
          <a:xfrm>
            <a:off x="924058" y="995142"/>
            <a:ext cx="6067926" cy="338554"/>
          </a:xfrm>
          <a:prstGeom prst="rect">
            <a:avLst/>
          </a:prstGeom>
          <a:noFill/>
        </p:spPr>
        <p:txBody>
          <a:bodyPr wrap="square">
            <a:spAutoFit/>
          </a:bodyPr>
          <a:lstStyle/>
          <a:p>
            <a:pPr marL="285750" indent="-285750" algn="l">
              <a:buFont typeface="Courier New" panose="02070309020205020404" pitchFamily="49" charset="0"/>
              <a:buChar char="o"/>
            </a:pPr>
            <a:r>
              <a:rPr lang="en-US" sz="1600" b="1" i="0" dirty="0">
                <a:solidFill>
                  <a:schemeClr val="tx1"/>
                </a:solidFill>
                <a:effectLst/>
                <a:latin typeface="DM Sans" pitchFamily="2" charset="0"/>
              </a:rPr>
              <a:t>Gradient Boosting</a:t>
            </a:r>
            <a:endParaRPr lang="en-US" sz="1600" b="0" i="0" dirty="0">
              <a:solidFill>
                <a:schemeClr val="tx1"/>
              </a:solidFill>
              <a:effectLst/>
              <a:latin typeface="DM Sans" pitchFamily="2" charset="0"/>
            </a:endParaRPr>
          </a:p>
        </p:txBody>
      </p:sp>
      <p:sp>
        <p:nvSpPr>
          <p:cNvPr id="6" name="TextBox 5">
            <a:extLst>
              <a:ext uri="{FF2B5EF4-FFF2-40B4-BE49-F238E27FC236}">
                <a16:creationId xmlns:a16="http://schemas.microsoft.com/office/drawing/2014/main" id="{E9A46FC0-1382-CD9D-FA95-C1243DC29D38}"/>
              </a:ext>
            </a:extLst>
          </p:cNvPr>
          <p:cNvSpPr txBox="1"/>
          <p:nvPr/>
        </p:nvSpPr>
        <p:spPr>
          <a:xfrm>
            <a:off x="906353" y="2734978"/>
            <a:ext cx="6067926" cy="338554"/>
          </a:xfrm>
          <a:prstGeom prst="rect">
            <a:avLst/>
          </a:prstGeom>
          <a:noFill/>
        </p:spPr>
        <p:txBody>
          <a:bodyPr wrap="square">
            <a:spAutoFit/>
          </a:bodyPr>
          <a:lstStyle/>
          <a:p>
            <a:pPr marL="285750" indent="-285750" algn="l">
              <a:buFont typeface="Courier New" panose="02070309020205020404" pitchFamily="49" charset="0"/>
              <a:buChar char="o"/>
            </a:pPr>
            <a:r>
              <a:rPr lang="en-US" sz="1600" b="1" i="0" dirty="0">
                <a:solidFill>
                  <a:schemeClr val="tx1"/>
                </a:solidFill>
                <a:effectLst/>
                <a:latin typeface="DM Sans" pitchFamily="2" charset="0"/>
              </a:rPr>
              <a:t>Visualizing Gradient Boosting Results</a:t>
            </a:r>
            <a:endParaRPr lang="en-US" sz="1600" b="0" i="0" dirty="0">
              <a:solidFill>
                <a:schemeClr val="tx1"/>
              </a:solidFill>
              <a:effectLst/>
              <a:latin typeface="DM Sans" pitchFamily="2" charset="0"/>
            </a:endParaRPr>
          </a:p>
        </p:txBody>
      </p:sp>
      <p:pic>
        <p:nvPicPr>
          <p:cNvPr id="8" name="Picture 7">
            <a:extLst>
              <a:ext uri="{FF2B5EF4-FFF2-40B4-BE49-F238E27FC236}">
                <a16:creationId xmlns:a16="http://schemas.microsoft.com/office/drawing/2014/main" id="{5AEA94F9-E794-F7F7-C838-544E657D111D}"/>
              </a:ext>
            </a:extLst>
          </p:cNvPr>
          <p:cNvPicPr>
            <a:picLocks noChangeAspect="1"/>
          </p:cNvPicPr>
          <p:nvPr/>
        </p:nvPicPr>
        <p:blipFill>
          <a:blip r:embed="rId2"/>
          <a:stretch>
            <a:fillRect/>
          </a:stretch>
        </p:blipFill>
        <p:spPr>
          <a:xfrm>
            <a:off x="1163053" y="1365579"/>
            <a:ext cx="4467726" cy="1337516"/>
          </a:xfrm>
          <a:prstGeom prst="rect">
            <a:avLst/>
          </a:prstGeom>
        </p:spPr>
      </p:pic>
      <p:pic>
        <p:nvPicPr>
          <p:cNvPr id="17410" name="Picture 2">
            <a:extLst>
              <a:ext uri="{FF2B5EF4-FFF2-40B4-BE49-F238E27FC236}">
                <a16:creationId xmlns:a16="http://schemas.microsoft.com/office/drawing/2014/main" id="{F66253A1-3EEF-BBC1-4A8A-37F8B32B6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2674" y="2408522"/>
            <a:ext cx="3296421" cy="2628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883537"/>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7440B1-443A-5C80-0565-A20D9CCB8981}"/>
              </a:ext>
            </a:extLst>
          </p:cNvPr>
          <p:cNvSpPr txBox="1">
            <a:spLocks/>
          </p:cNvSpPr>
          <p:nvPr/>
        </p:nvSpPr>
        <p:spPr>
          <a:xfrm>
            <a:off x="787700" y="343430"/>
            <a:ext cx="6000143" cy="4536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US" dirty="0">
                <a:solidFill>
                  <a:srgbClr val="0070C0"/>
                </a:solidFill>
              </a:rPr>
              <a:t>Performance Comparison</a:t>
            </a:r>
          </a:p>
        </p:txBody>
      </p:sp>
      <p:sp>
        <p:nvSpPr>
          <p:cNvPr id="5" name="TextBox 4">
            <a:extLst>
              <a:ext uri="{FF2B5EF4-FFF2-40B4-BE49-F238E27FC236}">
                <a16:creationId xmlns:a16="http://schemas.microsoft.com/office/drawing/2014/main" id="{428F8DDB-4655-DC52-8B3B-7B68C2CE4223}"/>
              </a:ext>
            </a:extLst>
          </p:cNvPr>
          <p:cNvSpPr txBox="1"/>
          <p:nvPr/>
        </p:nvSpPr>
        <p:spPr>
          <a:xfrm>
            <a:off x="787700" y="1122746"/>
            <a:ext cx="7363352" cy="1938992"/>
          </a:xfrm>
          <a:prstGeom prst="rect">
            <a:avLst/>
          </a:prstGeom>
          <a:noFill/>
        </p:spPr>
        <p:txBody>
          <a:bodyPr wrap="square">
            <a:spAutoFit/>
          </a:bodyPr>
          <a:lstStyle/>
          <a:p>
            <a:pPr algn="l">
              <a:buNone/>
            </a:pPr>
            <a:r>
              <a:rPr lang="en-US" b="0" i="0" dirty="0">
                <a:solidFill>
                  <a:schemeClr val="tx1"/>
                </a:solidFill>
                <a:effectLst/>
                <a:latin typeface="DM Sans" pitchFamily="2" charset="0"/>
              </a:rPr>
              <a:t>To evaluate the effectiveness of different regression models in predicting CO concentration, we compared four popular algorithms using the same training and testing datasets. The performance was assessed using two key metrics:</a:t>
            </a:r>
          </a:p>
          <a:p>
            <a:pPr algn="l">
              <a:buNone/>
            </a:pPr>
            <a:endParaRPr lang="en-US" b="0" i="0" dirty="0">
              <a:solidFill>
                <a:schemeClr val="tx1"/>
              </a:solidFill>
              <a:effectLst/>
              <a:latin typeface="DM Sans" pitchFamily="2" charset="0"/>
            </a:endParaRPr>
          </a:p>
          <a:p>
            <a:pPr marL="171450" indent="-171450" algn="l">
              <a:buFont typeface="Arial" panose="020B0604020202020204" pitchFamily="34" charset="0"/>
              <a:buChar char="•"/>
            </a:pPr>
            <a:r>
              <a:rPr lang="en-US" sz="1600" b="0" i="0" dirty="0">
                <a:solidFill>
                  <a:schemeClr val="tx1"/>
                </a:solidFill>
                <a:effectLst/>
                <a:latin typeface="DM Sans" pitchFamily="2" charset="0"/>
              </a:rPr>
              <a:t>MSE (Mean Squared Error): Lower values indicate better performance.</a:t>
            </a:r>
          </a:p>
          <a:p>
            <a:pPr marL="171450" indent="-171450" algn="l">
              <a:buFont typeface="Arial" panose="020B0604020202020204" pitchFamily="34" charset="0"/>
              <a:buChar char="•"/>
            </a:pPr>
            <a:endParaRPr lang="en-US" sz="1600" b="0" i="0" dirty="0">
              <a:solidFill>
                <a:schemeClr val="tx1"/>
              </a:solidFill>
              <a:effectLst/>
              <a:latin typeface="DM Sans" pitchFamily="2" charset="0"/>
            </a:endParaRPr>
          </a:p>
          <a:p>
            <a:pPr marL="171450" indent="-171450" algn="l">
              <a:buFont typeface="Arial" panose="020B0604020202020204" pitchFamily="34" charset="0"/>
              <a:buChar char="•"/>
            </a:pPr>
            <a:r>
              <a:rPr lang="en-US" sz="1600" b="0" i="0" dirty="0">
                <a:solidFill>
                  <a:schemeClr val="tx1"/>
                </a:solidFill>
                <a:effectLst/>
                <a:latin typeface="DM Sans" pitchFamily="2" charset="0"/>
              </a:rPr>
              <a:t>R² (Coefficient of Determination): Higher values (closer to 1) indicate better fit.</a:t>
            </a:r>
          </a:p>
        </p:txBody>
      </p:sp>
      <p:pic>
        <p:nvPicPr>
          <p:cNvPr id="7" name="Picture 6">
            <a:extLst>
              <a:ext uri="{FF2B5EF4-FFF2-40B4-BE49-F238E27FC236}">
                <a16:creationId xmlns:a16="http://schemas.microsoft.com/office/drawing/2014/main" id="{5A9F3565-5C3D-06DB-8E33-B1D56A0531C2}"/>
              </a:ext>
            </a:extLst>
          </p:cNvPr>
          <p:cNvPicPr>
            <a:picLocks noChangeAspect="1"/>
          </p:cNvPicPr>
          <p:nvPr/>
        </p:nvPicPr>
        <p:blipFill>
          <a:blip r:embed="rId2"/>
          <a:stretch>
            <a:fillRect/>
          </a:stretch>
        </p:blipFill>
        <p:spPr>
          <a:xfrm>
            <a:off x="921372" y="3131921"/>
            <a:ext cx="7732843" cy="1777665"/>
          </a:xfrm>
          <a:prstGeom prst="rect">
            <a:avLst/>
          </a:prstGeom>
        </p:spPr>
      </p:pic>
    </p:spTree>
    <p:extLst>
      <p:ext uri="{BB962C8B-B14F-4D97-AF65-F5344CB8AC3E}">
        <p14:creationId xmlns:p14="http://schemas.microsoft.com/office/powerpoint/2010/main" val="1897306930"/>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58" name="Google Shape;1258;p42"/>
          <p:cNvSpPr txBox="1">
            <a:spLocks noGrp="1"/>
          </p:cNvSpPr>
          <p:nvPr>
            <p:ph type="title"/>
          </p:nvPr>
        </p:nvSpPr>
        <p:spPr>
          <a:xfrm>
            <a:off x="833405" y="209796"/>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rgbClr val="0070C0"/>
                </a:solidFill>
              </a:rPr>
              <a:t>Performance Comparison Visualization</a:t>
            </a:r>
          </a:p>
        </p:txBody>
      </p:sp>
      <p:sp>
        <p:nvSpPr>
          <p:cNvPr id="1261" name="Google Shape;1261;p42"/>
          <p:cNvSpPr/>
          <p:nvPr/>
        </p:nvSpPr>
        <p:spPr>
          <a:xfrm>
            <a:off x="1054365" y="1650611"/>
            <a:ext cx="457800" cy="45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endParaRPr sz="3000" dirty="0">
              <a:solidFill>
                <a:schemeClr val="lt1"/>
              </a:solidFill>
              <a:latin typeface="Baloo 2 ExtraBold"/>
              <a:ea typeface="Baloo 2 ExtraBold"/>
              <a:cs typeface="Baloo 2 ExtraBold"/>
              <a:sym typeface="Baloo 2 ExtraBold"/>
            </a:endParaRPr>
          </a:p>
        </p:txBody>
      </p:sp>
      <p:sp>
        <p:nvSpPr>
          <p:cNvPr id="1262" name="Google Shape;1262;p42"/>
          <p:cNvSpPr txBox="1">
            <a:spLocks noGrp="1"/>
          </p:cNvSpPr>
          <p:nvPr>
            <p:ph type="title" idx="4294967295"/>
          </p:nvPr>
        </p:nvSpPr>
        <p:spPr>
          <a:xfrm>
            <a:off x="1811303" y="5880838"/>
            <a:ext cx="6556500" cy="471520"/>
          </a:xfrm>
          <a:prstGeom prst="rect">
            <a:avLst/>
          </a:prstGeom>
        </p:spPr>
        <p:txBody>
          <a:bodyPr spcFirstLastPara="1" wrap="square" lIns="91425" tIns="91425" rIns="91425" bIns="91425" anchor="b" anchorCtr="0">
            <a:noAutofit/>
          </a:bodyPr>
          <a:lstStyle/>
          <a:p>
            <a:endParaRPr lang="en-US" sz="1400" dirty="0">
              <a:latin typeface="+mj-lt"/>
            </a:endParaRPr>
          </a:p>
        </p:txBody>
      </p:sp>
      <p:sp>
        <p:nvSpPr>
          <p:cNvPr id="1263" name="Google Shape;1263;p42"/>
          <p:cNvSpPr/>
          <p:nvPr/>
        </p:nvSpPr>
        <p:spPr>
          <a:xfrm>
            <a:off x="990309" y="2507594"/>
            <a:ext cx="457800" cy="45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endParaRPr sz="3000" dirty="0">
              <a:solidFill>
                <a:schemeClr val="lt1"/>
              </a:solidFill>
              <a:latin typeface="Baloo 2 ExtraBold"/>
              <a:ea typeface="Baloo 2 ExtraBold"/>
              <a:cs typeface="Baloo 2 ExtraBold"/>
              <a:sym typeface="Baloo 2 ExtraBold"/>
            </a:endParaRPr>
          </a:p>
        </p:txBody>
      </p:sp>
      <p:sp>
        <p:nvSpPr>
          <p:cNvPr id="1264" name="Google Shape;1264;p42"/>
          <p:cNvSpPr txBox="1">
            <a:spLocks noGrp="1"/>
          </p:cNvSpPr>
          <p:nvPr>
            <p:ph type="title" idx="4294967295"/>
          </p:nvPr>
        </p:nvSpPr>
        <p:spPr>
          <a:xfrm>
            <a:off x="1863718" y="5873543"/>
            <a:ext cx="6556500" cy="658020"/>
          </a:xfrm>
          <a:prstGeom prst="rect">
            <a:avLst/>
          </a:prstGeom>
        </p:spPr>
        <p:txBody>
          <a:bodyPr spcFirstLastPara="1" wrap="square" lIns="91425" tIns="91425" rIns="91425" bIns="91425" anchor="b" anchorCtr="0">
            <a:noAutofit/>
          </a:bodyPr>
          <a:lstStyle/>
          <a:p>
            <a:pPr lvl="0">
              <a:lnSpc>
                <a:spcPct val="115000"/>
              </a:lnSpc>
            </a:pPr>
            <a:endParaRPr sz="1400" dirty="0">
              <a:latin typeface="+mj-lt"/>
            </a:endParaRPr>
          </a:p>
        </p:txBody>
      </p:sp>
      <p:sp>
        <p:nvSpPr>
          <p:cNvPr id="1265" name="Google Shape;1265;p42"/>
          <p:cNvSpPr/>
          <p:nvPr/>
        </p:nvSpPr>
        <p:spPr>
          <a:xfrm>
            <a:off x="1586918" y="5764952"/>
            <a:ext cx="457800" cy="45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endParaRPr sz="3000" dirty="0">
              <a:solidFill>
                <a:schemeClr val="lt1"/>
              </a:solidFill>
              <a:latin typeface="Baloo 2 ExtraBold"/>
              <a:ea typeface="Baloo 2 ExtraBold"/>
              <a:cs typeface="Baloo 2 ExtraBold"/>
              <a:sym typeface="Baloo 2 ExtraBold"/>
            </a:endParaRPr>
          </a:p>
        </p:txBody>
      </p:sp>
      <p:sp>
        <p:nvSpPr>
          <p:cNvPr id="10" name="Google Shape;1265;p42"/>
          <p:cNvSpPr/>
          <p:nvPr/>
        </p:nvSpPr>
        <p:spPr>
          <a:xfrm>
            <a:off x="895077" y="3848088"/>
            <a:ext cx="457800" cy="45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endParaRPr sz="3000" dirty="0">
              <a:solidFill>
                <a:schemeClr val="lt1"/>
              </a:solidFill>
              <a:latin typeface="Baloo 2 ExtraBold"/>
              <a:ea typeface="Baloo 2 ExtraBold"/>
              <a:cs typeface="Baloo 2 ExtraBold"/>
              <a:sym typeface="Baloo 2 ExtraBold"/>
            </a:endParaRPr>
          </a:p>
        </p:txBody>
      </p:sp>
      <p:sp>
        <p:nvSpPr>
          <p:cNvPr id="11" name="Google Shape;1264;p42"/>
          <p:cNvSpPr txBox="1">
            <a:spLocks/>
          </p:cNvSpPr>
          <p:nvPr/>
        </p:nvSpPr>
        <p:spPr>
          <a:xfrm>
            <a:off x="1352877" y="3731769"/>
            <a:ext cx="5948776" cy="69043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pPr>
              <a:lnSpc>
                <a:spcPct val="115000"/>
              </a:lnSpc>
            </a:pPr>
            <a:endParaRPr lang="en-US" sz="1200" dirty="0">
              <a:latin typeface="+mj-lt"/>
            </a:endParaRPr>
          </a:p>
        </p:txBody>
      </p:sp>
      <p:sp>
        <p:nvSpPr>
          <p:cNvPr id="12" name="Google Shape;1265;p42"/>
          <p:cNvSpPr/>
          <p:nvPr/>
        </p:nvSpPr>
        <p:spPr>
          <a:xfrm>
            <a:off x="895077" y="4459870"/>
            <a:ext cx="457800" cy="457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endParaRPr sz="3000" dirty="0">
              <a:solidFill>
                <a:schemeClr val="lt1"/>
              </a:solidFill>
              <a:latin typeface="Baloo 2 ExtraBold"/>
              <a:ea typeface="Baloo 2 ExtraBold"/>
              <a:cs typeface="Baloo 2 ExtraBold"/>
              <a:sym typeface="Baloo 2 ExtraBold"/>
            </a:endParaRPr>
          </a:p>
        </p:txBody>
      </p:sp>
      <p:pic>
        <p:nvPicPr>
          <p:cNvPr id="18434" name="Picture 2">
            <a:extLst>
              <a:ext uri="{FF2B5EF4-FFF2-40B4-BE49-F238E27FC236}">
                <a16:creationId xmlns:a16="http://schemas.microsoft.com/office/drawing/2014/main" id="{1BE72105-033B-2313-FE51-905F821E73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66" y="908706"/>
            <a:ext cx="8810091" cy="3655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0621-5360-85AD-ABC8-68DD4CBDAEF9}"/>
              </a:ext>
            </a:extLst>
          </p:cNvPr>
          <p:cNvSpPr txBox="1">
            <a:spLocks/>
          </p:cNvSpPr>
          <p:nvPr/>
        </p:nvSpPr>
        <p:spPr>
          <a:xfrm>
            <a:off x="787700" y="343430"/>
            <a:ext cx="6000143" cy="4536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Baloo 2 ExtraBold"/>
              <a:buNone/>
              <a:defRPr sz="32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3000"/>
              <a:buFont typeface="Baloo 2 ExtraBold"/>
              <a:buNone/>
              <a:defRPr sz="3000" b="0" i="0" u="none" strike="noStrike" cap="none">
                <a:solidFill>
                  <a:schemeClr val="dk1"/>
                </a:solidFill>
                <a:latin typeface="Baloo 2 ExtraBold"/>
                <a:ea typeface="Baloo 2 ExtraBold"/>
                <a:cs typeface="Baloo 2 ExtraBold"/>
                <a:sym typeface="Baloo 2 ExtraBold"/>
              </a:defRPr>
            </a:lvl9pPr>
          </a:lstStyle>
          <a:p>
            <a:r>
              <a:rPr lang="en-US" dirty="0">
                <a:solidFill>
                  <a:srgbClr val="0070C0"/>
                </a:solidFill>
              </a:rPr>
              <a:t>Performance Comparison(</a:t>
            </a:r>
            <a:r>
              <a:rPr lang="en-US" dirty="0">
                <a:solidFill>
                  <a:srgbClr val="FF7A78"/>
                </a:solidFill>
              </a:rPr>
              <a:t>Key Insights</a:t>
            </a:r>
            <a:r>
              <a:rPr lang="en-US" dirty="0">
                <a:solidFill>
                  <a:srgbClr val="0070C0"/>
                </a:solidFill>
              </a:rPr>
              <a:t>)</a:t>
            </a:r>
          </a:p>
        </p:txBody>
      </p:sp>
      <p:sp>
        <p:nvSpPr>
          <p:cNvPr id="7" name="TextBox 6">
            <a:extLst>
              <a:ext uri="{FF2B5EF4-FFF2-40B4-BE49-F238E27FC236}">
                <a16:creationId xmlns:a16="http://schemas.microsoft.com/office/drawing/2014/main" id="{20139853-EC1C-CAC5-4783-50E353198A8F}"/>
              </a:ext>
            </a:extLst>
          </p:cNvPr>
          <p:cNvSpPr txBox="1"/>
          <p:nvPr/>
        </p:nvSpPr>
        <p:spPr>
          <a:xfrm>
            <a:off x="1181099" y="1790018"/>
            <a:ext cx="6270459" cy="2031325"/>
          </a:xfrm>
          <a:prstGeom prst="rect">
            <a:avLst/>
          </a:prstGeom>
          <a:noFill/>
        </p:spPr>
        <p:txBody>
          <a:bodyPr wrap="square">
            <a:spAutoFit/>
          </a:bodyPr>
          <a:lstStyle/>
          <a:p>
            <a:r>
              <a:rPr lang="en-US" sz="1800" dirty="0">
                <a:solidFill>
                  <a:schemeClr val="accent2"/>
                </a:solidFill>
                <a:latin typeface="DM Sans" pitchFamily="2" charset="0"/>
              </a:rPr>
              <a:t>Random Forest </a:t>
            </a:r>
            <a:r>
              <a:rPr lang="en-US" sz="1800" dirty="0">
                <a:solidFill>
                  <a:schemeClr val="tx1"/>
                </a:solidFill>
                <a:latin typeface="DM Sans" pitchFamily="2" charset="0"/>
              </a:rPr>
              <a:t>outperformed all other models with the </a:t>
            </a:r>
            <a:r>
              <a:rPr lang="en-US" sz="1800" dirty="0">
                <a:solidFill>
                  <a:srgbClr val="00B050"/>
                </a:solidFill>
                <a:latin typeface="DM Sans" pitchFamily="2" charset="0"/>
              </a:rPr>
              <a:t>lowest MSE (0.2615) </a:t>
            </a:r>
            <a:r>
              <a:rPr lang="en-US" sz="1800" dirty="0">
                <a:solidFill>
                  <a:schemeClr val="tx1"/>
                </a:solidFill>
                <a:latin typeface="DM Sans" pitchFamily="2" charset="0"/>
              </a:rPr>
              <a:t>and the </a:t>
            </a:r>
            <a:r>
              <a:rPr lang="en-US" sz="1800" dirty="0">
                <a:solidFill>
                  <a:srgbClr val="00B050"/>
                </a:solidFill>
                <a:latin typeface="DM Sans" pitchFamily="2" charset="0"/>
              </a:rPr>
              <a:t>highest R² (0.8484). </a:t>
            </a:r>
            <a:r>
              <a:rPr lang="en-US" sz="1800" dirty="0">
                <a:solidFill>
                  <a:schemeClr val="tx1"/>
                </a:solidFill>
                <a:latin typeface="DM Sans" pitchFamily="2" charset="0"/>
              </a:rPr>
              <a:t>It captured complex patterns in the data more effectively, making it the best model for this task.</a:t>
            </a:r>
          </a:p>
          <a:p>
            <a:endParaRPr lang="en-US" sz="1800" dirty="0">
              <a:solidFill>
                <a:schemeClr val="tx1"/>
              </a:solidFill>
              <a:latin typeface="DM Sans" pitchFamily="2" charset="0"/>
            </a:endParaRPr>
          </a:p>
          <a:p>
            <a:r>
              <a:rPr lang="en-US" sz="1800" dirty="0">
                <a:solidFill>
                  <a:schemeClr val="accent2">
                    <a:lumMod val="75000"/>
                  </a:schemeClr>
                </a:solidFill>
                <a:latin typeface="DM Sans" pitchFamily="2" charset="0"/>
              </a:rPr>
              <a:t>Gradient Boosting </a:t>
            </a:r>
            <a:r>
              <a:rPr lang="en-US" sz="1800" dirty="0">
                <a:solidFill>
                  <a:schemeClr val="tx1"/>
                </a:solidFill>
                <a:latin typeface="DM Sans" pitchFamily="2" charset="0"/>
              </a:rPr>
              <a:t>also showed strong performance, closely following Random Forest.</a:t>
            </a:r>
          </a:p>
        </p:txBody>
      </p:sp>
      <p:grpSp>
        <p:nvGrpSpPr>
          <p:cNvPr id="8" name="Google Shape;1354;p46">
            <a:extLst>
              <a:ext uri="{FF2B5EF4-FFF2-40B4-BE49-F238E27FC236}">
                <a16:creationId xmlns:a16="http://schemas.microsoft.com/office/drawing/2014/main" id="{CCC30D69-2565-5453-02CF-6A2086FFA81A}"/>
              </a:ext>
            </a:extLst>
          </p:cNvPr>
          <p:cNvGrpSpPr/>
          <p:nvPr/>
        </p:nvGrpSpPr>
        <p:grpSpPr>
          <a:xfrm>
            <a:off x="6597649" y="2571750"/>
            <a:ext cx="2554372" cy="2455906"/>
            <a:chOff x="4977785" y="924631"/>
            <a:chExt cx="3460669" cy="3679360"/>
          </a:xfrm>
        </p:grpSpPr>
        <p:grpSp>
          <p:nvGrpSpPr>
            <p:cNvPr id="9" name="Google Shape;1355;p46">
              <a:extLst>
                <a:ext uri="{FF2B5EF4-FFF2-40B4-BE49-F238E27FC236}">
                  <a16:creationId xmlns:a16="http://schemas.microsoft.com/office/drawing/2014/main" id="{C3593C2E-04A2-A10E-1A86-41F17FDF924F}"/>
                </a:ext>
              </a:extLst>
            </p:cNvPr>
            <p:cNvGrpSpPr/>
            <p:nvPr/>
          </p:nvGrpSpPr>
          <p:grpSpPr>
            <a:xfrm>
              <a:off x="5409492" y="1599100"/>
              <a:ext cx="1988668" cy="1400059"/>
              <a:chOff x="3622711" y="1331469"/>
              <a:chExt cx="959226" cy="675313"/>
            </a:xfrm>
          </p:grpSpPr>
          <p:sp>
            <p:nvSpPr>
              <p:cNvPr id="67" name="Google Shape;1356;p46">
                <a:extLst>
                  <a:ext uri="{FF2B5EF4-FFF2-40B4-BE49-F238E27FC236}">
                    <a16:creationId xmlns:a16="http://schemas.microsoft.com/office/drawing/2014/main" id="{F7420D9A-D767-EED6-5244-3BD158D914EE}"/>
                  </a:ext>
                </a:extLst>
              </p:cNvPr>
              <p:cNvSpPr/>
              <p:nvPr/>
            </p:nvSpPr>
            <p:spPr>
              <a:xfrm>
                <a:off x="3622711" y="1331469"/>
                <a:ext cx="959226" cy="675313"/>
              </a:xfrm>
              <a:custGeom>
                <a:avLst/>
                <a:gdLst/>
                <a:ahLst/>
                <a:cxnLst/>
                <a:rect l="l" t="t" r="r" b="b"/>
                <a:pathLst>
                  <a:path w="517" h="365" extrusionOk="0">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1357;p46">
                <a:extLst>
                  <a:ext uri="{FF2B5EF4-FFF2-40B4-BE49-F238E27FC236}">
                    <a16:creationId xmlns:a16="http://schemas.microsoft.com/office/drawing/2014/main" id="{FCBE676D-741F-CFE4-BFAA-35EE2541BC19}"/>
                  </a:ext>
                </a:extLst>
              </p:cNvPr>
              <p:cNvSpPr/>
              <p:nvPr/>
            </p:nvSpPr>
            <p:spPr>
              <a:xfrm>
                <a:off x="3728165" y="1367972"/>
                <a:ext cx="750345" cy="332586"/>
              </a:xfrm>
              <a:custGeom>
                <a:avLst/>
                <a:gdLst/>
                <a:ahLst/>
                <a:cxnLst/>
                <a:rect l="l" t="t" r="r" b="b"/>
                <a:pathLst>
                  <a:path w="370" h="164" extrusionOk="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rgbClr val="41578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1358;p46">
                <a:extLst>
                  <a:ext uri="{FF2B5EF4-FFF2-40B4-BE49-F238E27FC236}">
                    <a16:creationId xmlns:a16="http://schemas.microsoft.com/office/drawing/2014/main" id="{CBFB0019-DA18-96DC-37ED-9EF1856062CA}"/>
                  </a:ext>
                </a:extLst>
              </p:cNvPr>
              <p:cNvSpPr/>
              <p:nvPr/>
            </p:nvSpPr>
            <p:spPr>
              <a:xfrm>
                <a:off x="3963408" y="1513985"/>
                <a:ext cx="363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1359;p46">
                <a:extLst>
                  <a:ext uri="{FF2B5EF4-FFF2-40B4-BE49-F238E27FC236}">
                    <a16:creationId xmlns:a16="http://schemas.microsoft.com/office/drawing/2014/main" id="{DB989BC9-13F4-3FFA-08A9-C2EF16FC8A38}"/>
                  </a:ext>
                </a:extLst>
              </p:cNvPr>
              <p:cNvSpPr/>
              <p:nvPr/>
            </p:nvSpPr>
            <p:spPr>
              <a:xfrm>
                <a:off x="4083059" y="1597131"/>
                <a:ext cx="36300" cy="387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1360;p46">
                <a:extLst>
                  <a:ext uri="{FF2B5EF4-FFF2-40B4-BE49-F238E27FC236}">
                    <a16:creationId xmlns:a16="http://schemas.microsoft.com/office/drawing/2014/main" id="{E03DAE9A-17A3-69BF-9C9C-98881DC55B57}"/>
                  </a:ext>
                </a:extLst>
              </p:cNvPr>
              <p:cNvSpPr/>
              <p:nvPr/>
            </p:nvSpPr>
            <p:spPr>
              <a:xfrm>
                <a:off x="4208792" y="1445035"/>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1361;p46">
                <a:extLst>
                  <a:ext uri="{FF2B5EF4-FFF2-40B4-BE49-F238E27FC236}">
                    <a16:creationId xmlns:a16="http://schemas.microsoft.com/office/drawing/2014/main" id="{4FE1CF36-C4A4-A817-B9C3-D1F28A86BAB6}"/>
                  </a:ext>
                </a:extLst>
              </p:cNvPr>
              <p:cNvSpPr/>
              <p:nvPr/>
            </p:nvSpPr>
            <p:spPr>
              <a:xfrm>
                <a:off x="4332497" y="1516013"/>
                <a:ext cx="387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1362;p46">
                <a:extLst>
                  <a:ext uri="{FF2B5EF4-FFF2-40B4-BE49-F238E27FC236}">
                    <a16:creationId xmlns:a16="http://schemas.microsoft.com/office/drawing/2014/main" id="{344EA9D8-1097-AC38-4F2B-0FA689FC3ACB}"/>
                  </a:ext>
                </a:extLst>
              </p:cNvPr>
              <p:cNvSpPr/>
              <p:nvPr/>
            </p:nvSpPr>
            <p:spPr>
              <a:xfrm>
                <a:off x="4458231" y="1351748"/>
                <a:ext cx="36300" cy="363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1363;p46">
                <a:extLst>
                  <a:ext uri="{FF2B5EF4-FFF2-40B4-BE49-F238E27FC236}">
                    <a16:creationId xmlns:a16="http://schemas.microsoft.com/office/drawing/2014/main" id="{486FBC4E-E1E9-3E1A-1374-D969ADCC3786}"/>
                  </a:ext>
                </a:extLst>
              </p:cNvPr>
              <p:cNvSpPr/>
              <p:nvPr/>
            </p:nvSpPr>
            <p:spPr>
              <a:xfrm>
                <a:off x="3709914" y="1678250"/>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1364;p46">
                <a:extLst>
                  <a:ext uri="{FF2B5EF4-FFF2-40B4-BE49-F238E27FC236}">
                    <a16:creationId xmlns:a16="http://schemas.microsoft.com/office/drawing/2014/main" id="{7EABD701-7C3B-DC03-BDC4-64C1F55A7460}"/>
                  </a:ext>
                </a:extLst>
              </p:cNvPr>
              <p:cNvSpPr/>
              <p:nvPr/>
            </p:nvSpPr>
            <p:spPr>
              <a:xfrm>
                <a:off x="3701802" y="1765453"/>
                <a:ext cx="66923" cy="152098"/>
              </a:xfrm>
              <a:custGeom>
                <a:avLst/>
                <a:gdLst/>
                <a:ahLst/>
                <a:cxnLst/>
                <a:rect l="l" t="t" r="r" b="b"/>
                <a:pathLst>
                  <a:path w="36" h="83" extrusionOk="0">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1365;p46">
                <a:extLst>
                  <a:ext uri="{FF2B5EF4-FFF2-40B4-BE49-F238E27FC236}">
                    <a16:creationId xmlns:a16="http://schemas.microsoft.com/office/drawing/2014/main" id="{E6750248-26C9-6FCE-8DF4-1F68FDC404E7}"/>
                  </a:ext>
                </a:extLst>
              </p:cNvPr>
              <p:cNvSpPr/>
              <p:nvPr/>
            </p:nvSpPr>
            <p:spPr>
              <a:xfrm>
                <a:off x="3825507" y="1694474"/>
                <a:ext cx="66923" cy="223076"/>
              </a:xfrm>
              <a:custGeom>
                <a:avLst/>
                <a:gdLst/>
                <a:ahLst/>
                <a:cxnLst/>
                <a:rect l="l" t="t" r="r" b="b"/>
                <a:pathLst>
                  <a:path w="36" h="121" extrusionOk="0">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1366;p46">
                <a:extLst>
                  <a:ext uri="{FF2B5EF4-FFF2-40B4-BE49-F238E27FC236}">
                    <a16:creationId xmlns:a16="http://schemas.microsoft.com/office/drawing/2014/main" id="{0E385A50-D0E8-FFFF-33CA-E18081B415E1}"/>
                  </a:ext>
                </a:extLst>
              </p:cNvPr>
              <p:cNvSpPr/>
              <p:nvPr/>
            </p:nvSpPr>
            <p:spPr>
              <a:xfrm>
                <a:off x="3947185" y="1621467"/>
                <a:ext cx="66923" cy="296083"/>
              </a:xfrm>
              <a:custGeom>
                <a:avLst/>
                <a:gdLst/>
                <a:ahLst/>
                <a:cxnLst/>
                <a:rect l="l" t="t" r="r" b="b"/>
                <a:pathLst>
                  <a:path w="36" h="160" extrusionOk="0">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1367;p46">
                <a:extLst>
                  <a:ext uri="{FF2B5EF4-FFF2-40B4-BE49-F238E27FC236}">
                    <a16:creationId xmlns:a16="http://schemas.microsoft.com/office/drawing/2014/main" id="{0F47263E-E407-475F-5702-0FE6B620F136}"/>
                  </a:ext>
                </a:extLst>
              </p:cNvPr>
              <p:cNvSpPr/>
              <p:nvPr/>
            </p:nvSpPr>
            <p:spPr>
              <a:xfrm>
                <a:off x="4072918" y="1678250"/>
                <a:ext cx="64895" cy="239300"/>
              </a:xfrm>
              <a:custGeom>
                <a:avLst/>
                <a:gdLst/>
                <a:ahLst/>
                <a:cxnLst/>
                <a:rect l="l" t="t" r="r" b="b"/>
                <a:pathLst>
                  <a:path w="36" h="129" extrusionOk="0">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1368;p46">
                <a:extLst>
                  <a:ext uri="{FF2B5EF4-FFF2-40B4-BE49-F238E27FC236}">
                    <a16:creationId xmlns:a16="http://schemas.microsoft.com/office/drawing/2014/main" id="{617EDAF4-3527-C09E-93D1-C38BBEFE55C4}"/>
                  </a:ext>
                </a:extLst>
              </p:cNvPr>
              <p:cNvSpPr/>
              <p:nvPr/>
            </p:nvSpPr>
            <p:spPr>
              <a:xfrm>
                <a:off x="4196624" y="1548460"/>
                <a:ext cx="66923" cy="369089"/>
              </a:xfrm>
              <a:custGeom>
                <a:avLst/>
                <a:gdLst/>
                <a:ahLst/>
                <a:cxnLst/>
                <a:rect l="l" t="t" r="r" b="b"/>
                <a:pathLst>
                  <a:path w="36" h="199" extrusionOk="0">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1369;p46">
                <a:extLst>
                  <a:ext uri="{FF2B5EF4-FFF2-40B4-BE49-F238E27FC236}">
                    <a16:creationId xmlns:a16="http://schemas.microsoft.com/office/drawing/2014/main" id="{E0B6C781-F7E7-767E-7778-D51EDB1A4578}"/>
                  </a:ext>
                </a:extLst>
              </p:cNvPr>
              <p:cNvSpPr/>
              <p:nvPr/>
            </p:nvSpPr>
            <p:spPr>
              <a:xfrm>
                <a:off x="4318302" y="1609299"/>
                <a:ext cx="66923" cy="308250"/>
              </a:xfrm>
              <a:custGeom>
                <a:avLst/>
                <a:gdLst/>
                <a:ahLst/>
                <a:cxnLst/>
                <a:rect l="l" t="t" r="r" b="b"/>
                <a:pathLst>
                  <a:path w="36" h="167" extrusionOk="0">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1370;p46">
                <a:extLst>
                  <a:ext uri="{FF2B5EF4-FFF2-40B4-BE49-F238E27FC236}">
                    <a16:creationId xmlns:a16="http://schemas.microsoft.com/office/drawing/2014/main" id="{0B1C8F4E-F322-46A0-7B75-A5631F5C3F86}"/>
                  </a:ext>
                </a:extLst>
              </p:cNvPr>
              <p:cNvSpPr/>
              <p:nvPr/>
            </p:nvSpPr>
            <p:spPr>
              <a:xfrm>
                <a:off x="4442007" y="1459230"/>
                <a:ext cx="66923" cy="458319"/>
              </a:xfrm>
              <a:custGeom>
                <a:avLst/>
                <a:gdLst/>
                <a:ahLst/>
                <a:cxnLst/>
                <a:rect l="l" t="t" r="r" b="b"/>
                <a:pathLst>
                  <a:path w="36" h="248" extrusionOk="0">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 name="Google Shape;1371;p46">
              <a:extLst>
                <a:ext uri="{FF2B5EF4-FFF2-40B4-BE49-F238E27FC236}">
                  <a16:creationId xmlns:a16="http://schemas.microsoft.com/office/drawing/2014/main" id="{84BF459A-9EB2-CE84-FB4E-4A340233E5F1}"/>
                </a:ext>
              </a:extLst>
            </p:cNvPr>
            <p:cNvGrpSpPr/>
            <p:nvPr/>
          </p:nvGrpSpPr>
          <p:grpSpPr>
            <a:xfrm flipH="1">
              <a:off x="6979971" y="1968812"/>
              <a:ext cx="1458483" cy="2635179"/>
              <a:chOff x="5132143" y="1520276"/>
              <a:chExt cx="1241051" cy="2242324"/>
            </a:xfrm>
          </p:grpSpPr>
          <p:sp>
            <p:nvSpPr>
              <p:cNvPr id="40" name="Google Shape;1372;p46">
                <a:extLst>
                  <a:ext uri="{FF2B5EF4-FFF2-40B4-BE49-F238E27FC236}">
                    <a16:creationId xmlns:a16="http://schemas.microsoft.com/office/drawing/2014/main" id="{5BABF4AA-79EA-7CDF-0BD5-8DE17DD24465}"/>
                  </a:ext>
                </a:extLst>
              </p:cNvPr>
              <p:cNvSpPr/>
              <p:nvPr/>
            </p:nvSpPr>
            <p:spPr>
              <a:xfrm flipH="1">
                <a:off x="5171192" y="3562026"/>
                <a:ext cx="209023" cy="187554"/>
              </a:xfrm>
              <a:custGeom>
                <a:avLst/>
                <a:gdLst/>
                <a:ahLst/>
                <a:cxnLst/>
                <a:rect l="l" t="t" r="r" b="b"/>
                <a:pathLst>
                  <a:path w="273" h="245" extrusionOk="0">
                    <a:moveTo>
                      <a:pt x="0" y="10"/>
                    </a:moveTo>
                    <a:lnTo>
                      <a:pt x="14" y="190"/>
                    </a:lnTo>
                    <a:lnTo>
                      <a:pt x="273" y="245"/>
                    </a:lnTo>
                    <a:lnTo>
                      <a:pt x="141" y="111"/>
                    </a:lnTo>
                    <a:lnTo>
                      <a:pt x="109" y="0"/>
                    </a:lnTo>
                    <a:lnTo>
                      <a:pt x="0" y="1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1373;p46">
                <a:extLst>
                  <a:ext uri="{FF2B5EF4-FFF2-40B4-BE49-F238E27FC236}">
                    <a16:creationId xmlns:a16="http://schemas.microsoft.com/office/drawing/2014/main" id="{1880A2A6-BBF1-B9F0-FD78-E0B37B3BE43D}"/>
                  </a:ext>
                </a:extLst>
              </p:cNvPr>
              <p:cNvSpPr/>
              <p:nvPr/>
            </p:nvSpPr>
            <p:spPr>
              <a:xfrm flipH="1">
                <a:off x="5132143" y="3634751"/>
                <a:ext cx="265681" cy="127843"/>
              </a:xfrm>
              <a:custGeom>
                <a:avLst/>
                <a:gdLst/>
                <a:ahLst/>
                <a:cxnLst/>
                <a:rect l="l" t="t" r="r" b="b"/>
                <a:pathLst>
                  <a:path w="347" h="167" extrusionOk="0">
                    <a:moveTo>
                      <a:pt x="164" y="0"/>
                    </a:moveTo>
                    <a:lnTo>
                      <a:pt x="347" y="162"/>
                    </a:lnTo>
                    <a:lnTo>
                      <a:pt x="0" y="167"/>
                    </a:lnTo>
                    <a:lnTo>
                      <a:pt x="23" y="2"/>
                    </a:lnTo>
                    <a:lnTo>
                      <a:pt x="93" y="69"/>
                    </a:lnTo>
                    <a:lnTo>
                      <a:pt x="16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1374;p46">
                <a:extLst>
                  <a:ext uri="{FF2B5EF4-FFF2-40B4-BE49-F238E27FC236}">
                    <a16:creationId xmlns:a16="http://schemas.microsoft.com/office/drawing/2014/main" id="{E916844A-7D8B-9825-ED6F-2B49980C3B12}"/>
                  </a:ext>
                </a:extLst>
              </p:cNvPr>
              <p:cNvSpPr/>
              <p:nvPr/>
            </p:nvSpPr>
            <p:spPr>
              <a:xfrm flipH="1">
                <a:off x="5245460" y="3649296"/>
                <a:ext cx="26798" cy="19138"/>
              </a:xfrm>
              <a:custGeom>
                <a:avLst/>
                <a:gdLst/>
                <a:ahLst/>
                <a:cxnLst/>
                <a:rect l="l" t="t" r="r" b="b"/>
                <a:pathLst>
                  <a:path w="35" h="25" extrusionOk="0">
                    <a:moveTo>
                      <a:pt x="3" y="25"/>
                    </a:moveTo>
                    <a:lnTo>
                      <a:pt x="0" y="20"/>
                    </a:lnTo>
                    <a:lnTo>
                      <a:pt x="33" y="0"/>
                    </a:lnTo>
                    <a:lnTo>
                      <a:pt x="35" y="4"/>
                    </a:lnTo>
                    <a:lnTo>
                      <a:pt x="3"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1375;p46">
                <a:extLst>
                  <a:ext uri="{FF2B5EF4-FFF2-40B4-BE49-F238E27FC236}">
                    <a16:creationId xmlns:a16="http://schemas.microsoft.com/office/drawing/2014/main" id="{FE750876-085C-2F37-3AF0-0F1410FBFA79}"/>
                  </a:ext>
                </a:extLst>
              </p:cNvPr>
              <p:cNvSpPr/>
              <p:nvPr/>
            </p:nvSpPr>
            <p:spPr>
              <a:xfrm flipH="1">
                <a:off x="5224021" y="3660013"/>
                <a:ext cx="26798" cy="19138"/>
              </a:xfrm>
              <a:custGeom>
                <a:avLst/>
                <a:gdLst/>
                <a:ahLst/>
                <a:cxnLst/>
                <a:rect l="l" t="t" r="r" b="b"/>
                <a:pathLst>
                  <a:path w="35" h="25" extrusionOk="0">
                    <a:moveTo>
                      <a:pt x="5" y="25"/>
                    </a:moveTo>
                    <a:lnTo>
                      <a:pt x="0" y="20"/>
                    </a:lnTo>
                    <a:lnTo>
                      <a:pt x="32" y="0"/>
                    </a:lnTo>
                    <a:lnTo>
                      <a:pt x="35" y="4"/>
                    </a:lnTo>
                    <a:lnTo>
                      <a:pt x="5"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1376;p46">
                <a:extLst>
                  <a:ext uri="{FF2B5EF4-FFF2-40B4-BE49-F238E27FC236}">
                    <a16:creationId xmlns:a16="http://schemas.microsoft.com/office/drawing/2014/main" id="{29CDE62D-736A-26C0-09C4-502643B9581F}"/>
                  </a:ext>
                </a:extLst>
              </p:cNvPr>
              <p:cNvSpPr/>
              <p:nvPr/>
            </p:nvSpPr>
            <p:spPr>
              <a:xfrm flipH="1">
                <a:off x="5749192" y="3588825"/>
                <a:ext cx="205194" cy="168415"/>
              </a:xfrm>
              <a:custGeom>
                <a:avLst/>
                <a:gdLst/>
                <a:ahLst/>
                <a:cxnLst/>
                <a:rect l="l" t="t" r="r" b="b"/>
                <a:pathLst>
                  <a:path w="268" h="220" extrusionOk="0">
                    <a:moveTo>
                      <a:pt x="245" y="7"/>
                    </a:moveTo>
                    <a:lnTo>
                      <a:pt x="268" y="160"/>
                    </a:lnTo>
                    <a:lnTo>
                      <a:pt x="0" y="220"/>
                    </a:lnTo>
                    <a:lnTo>
                      <a:pt x="144" y="84"/>
                    </a:lnTo>
                    <a:lnTo>
                      <a:pt x="134" y="0"/>
                    </a:lnTo>
                    <a:lnTo>
                      <a:pt x="245" y="7"/>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1377;p46">
                <a:extLst>
                  <a:ext uri="{FF2B5EF4-FFF2-40B4-BE49-F238E27FC236}">
                    <a16:creationId xmlns:a16="http://schemas.microsoft.com/office/drawing/2014/main" id="{326BB678-2E1D-87C1-5841-38AED44B7500}"/>
                  </a:ext>
                </a:extLst>
              </p:cNvPr>
              <p:cNvSpPr/>
              <p:nvPr/>
            </p:nvSpPr>
            <p:spPr>
              <a:xfrm flipH="1">
                <a:off x="5738472" y="3645474"/>
                <a:ext cx="236587" cy="117125"/>
              </a:xfrm>
              <a:custGeom>
                <a:avLst/>
                <a:gdLst/>
                <a:ahLst/>
                <a:cxnLst/>
                <a:rect l="l" t="t" r="r" b="b"/>
                <a:pathLst>
                  <a:path w="309" h="153" extrusionOk="0">
                    <a:moveTo>
                      <a:pt x="159" y="0"/>
                    </a:moveTo>
                    <a:lnTo>
                      <a:pt x="0" y="153"/>
                    </a:lnTo>
                    <a:lnTo>
                      <a:pt x="309" y="151"/>
                    </a:lnTo>
                    <a:lnTo>
                      <a:pt x="286" y="7"/>
                    </a:lnTo>
                    <a:lnTo>
                      <a:pt x="238" y="72"/>
                    </a:lnTo>
                    <a:lnTo>
                      <a:pt x="15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1378;p46">
                <a:extLst>
                  <a:ext uri="{FF2B5EF4-FFF2-40B4-BE49-F238E27FC236}">
                    <a16:creationId xmlns:a16="http://schemas.microsoft.com/office/drawing/2014/main" id="{67230823-8549-41CB-0D4A-CFC9F094E53B}"/>
                  </a:ext>
                </a:extLst>
              </p:cNvPr>
              <p:cNvSpPr/>
              <p:nvPr/>
            </p:nvSpPr>
            <p:spPr>
              <a:xfrm flipH="1">
                <a:off x="5851789" y="3660019"/>
                <a:ext cx="26032" cy="17607"/>
              </a:xfrm>
              <a:custGeom>
                <a:avLst/>
                <a:gdLst/>
                <a:ahLst/>
                <a:cxnLst/>
                <a:rect l="l" t="t" r="r" b="b"/>
                <a:pathLst>
                  <a:path w="34" h="23" extrusionOk="0">
                    <a:moveTo>
                      <a:pt x="32" y="23"/>
                    </a:moveTo>
                    <a:lnTo>
                      <a:pt x="0" y="4"/>
                    </a:lnTo>
                    <a:lnTo>
                      <a:pt x="2" y="0"/>
                    </a:lnTo>
                    <a:lnTo>
                      <a:pt x="34"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1379;p46">
                <a:extLst>
                  <a:ext uri="{FF2B5EF4-FFF2-40B4-BE49-F238E27FC236}">
                    <a16:creationId xmlns:a16="http://schemas.microsoft.com/office/drawing/2014/main" id="{6C2E6D1D-C234-0689-3BEC-AEC769EB584E}"/>
                  </a:ext>
                </a:extLst>
              </p:cNvPr>
              <p:cNvSpPr/>
              <p:nvPr/>
            </p:nvSpPr>
            <p:spPr>
              <a:xfrm flipH="1">
                <a:off x="5872461" y="3670737"/>
                <a:ext cx="26798" cy="17607"/>
              </a:xfrm>
              <a:custGeom>
                <a:avLst/>
                <a:gdLst/>
                <a:ahLst/>
                <a:cxnLst/>
                <a:rect l="l" t="t" r="r" b="b"/>
                <a:pathLst>
                  <a:path w="35" h="23" extrusionOk="0">
                    <a:moveTo>
                      <a:pt x="32" y="23"/>
                    </a:moveTo>
                    <a:lnTo>
                      <a:pt x="0" y="4"/>
                    </a:lnTo>
                    <a:lnTo>
                      <a:pt x="2" y="0"/>
                    </a:lnTo>
                    <a:lnTo>
                      <a:pt x="35"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1380;p46">
                <a:extLst>
                  <a:ext uri="{FF2B5EF4-FFF2-40B4-BE49-F238E27FC236}">
                    <a16:creationId xmlns:a16="http://schemas.microsoft.com/office/drawing/2014/main" id="{A9C240B5-138E-B594-0E42-ACCD914314D2}"/>
                  </a:ext>
                </a:extLst>
              </p:cNvPr>
              <p:cNvSpPr/>
              <p:nvPr/>
            </p:nvSpPr>
            <p:spPr>
              <a:xfrm rot="-633488" flipH="1">
                <a:off x="5673471" y="1766217"/>
                <a:ext cx="128195" cy="253687"/>
              </a:xfrm>
              <a:custGeom>
                <a:avLst/>
                <a:gdLst/>
                <a:ahLst/>
                <a:cxnLst/>
                <a:rect l="l" t="t" r="r" b="b"/>
                <a:pathLst>
                  <a:path w="145" h="287" extrusionOk="0">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1381;p46">
                <a:extLst>
                  <a:ext uri="{FF2B5EF4-FFF2-40B4-BE49-F238E27FC236}">
                    <a16:creationId xmlns:a16="http://schemas.microsoft.com/office/drawing/2014/main" id="{65FAE226-F39D-BC92-7E7C-7E466DD8A538}"/>
                  </a:ext>
                </a:extLst>
              </p:cNvPr>
              <p:cNvSpPr/>
              <p:nvPr/>
            </p:nvSpPr>
            <p:spPr>
              <a:xfrm>
                <a:off x="5738480" y="1670962"/>
                <a:ext cx="0" cy="1720"/>
              </a:xfrm>
              <a:custGeom>
                <a:avLst/>
                <a:gdLst/>
                <a:ahLst/>
                <a:cxnLst/>
                <a:rect l="l" t="t" r="r" b="b"/>
                <a:pathLst>
                  <a:path w="120000" h="1" extrusionOk="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1382;p46">
                <a:extLst>
                  <a:ext uri="{FF2B5EF4-FFF2-40B4-BE49-F238E27FC236}">
                    <a16:creationId xmlns:a16="http://schemas.microsoft.com/office/drawing/2014/main" id="{C1B126DB-9533-C759-778A-58B23DFE73CC}"/>
                  </a:ext>
                </a:extLst>
              </p:cNvPr>
              <p:cNvSpPr/>
              <p:nvPr/>
            </p:nvSpPr>
            <p:spPr>
              <a:xfrm rot="-633489" flipH="1">
                <a:off x="5671050" y="1807722"/>
                <a:ext cx="125496" cy="130217"/>
              </a:xfrm>
              <a:custGeom>
                <a:avLst/>
                <a:gdLst/>
                <a:ahLst/>
                <a:cxnLst/>
                <a:rect l="l" t="t" r="r" b="b"/>
                <a:pathLst>
                  <a:path w="142" h="148" extrusionOk="0">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1383;p46">
                <a:extLst>
                  <a:ext uri="{FF2B5EF4-FFF2-40B4-BE49-F238E27FC236}">
                    <a16:creationId xmlns:a16="http://schemas.microsoft.com/office/drawing/2014/main" id="{DE8E4F35-EB8E-846A-A756-2B85C72C3345}"/>
                  </a:ext>
                </a:extLst>
              </p:cNvPr>
              <p:cNvSpPr/>
              <p:nvPr/>
            </p:nvSpPr>
            <p:spPr>
              <a:xfrm rot="-633481" flipH="1">
                <a:off x="5635960" y="1614358"/>
                <a:ext cx="237497" cy="284723"/>
              </a:xfrm>
              <a:custGeom>
                <a:avLst/>
                <a:gdLst/>
                <a:ahLst/>
                <a:cxnLst/>
                <a:rect l="l" t="t" r="r" b="b"/>
                <a:pathLst>
                  <a:path w="269" h="322" extrusionOk="0">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1384;p46">
                <a:extLst>
                  <a:ext uri="{FF2B5EF4-FFF2-40B4-BE49-F238E27FC236}">
                    <a16:creationId xmlns:a16="http://schemas.microsoft.com/office/drawing/2014/main" id="{458591A4-AC8F-DBD2-869C-696E2186A6D4}"/>
                  </a:ext>
                </a:extLst>
              </p:cNvPr>
              <p:cNvSpPr/>
              <p:nvPr/>
            </p:nvSpPr>
            <p:spPr>
              <a:xfrm rot="-633479" flipH="1">
                <a:off x="5700559" y="1773589"/>
                <a:ext cx="39808" cy="22265"/>
              </a:xfrm>
              <a:custGeom>
                <a:avLst/>
                <a:gdLst/>
                <a:ahLst/>
                <a:cxnLst/>
                <a:rect l="l" t="t" r="r" b="b"/>
                <a:pathLst>
                  <a:path w="45" h="25" extrusionOk="0">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1385;p46">
                <a:extLst>
                  <a:ext uri="{FF2B5EF4-FFF2-40B4-BE49-F238E27FC236}">
                    <a16:creationId xmlns:a16="http://schemas.microsoft.com/office/drawing/2014/main" id="{5C87BD46-6A24-6265-01B0-25EC47D9C37E}"/>
                  </a:ext>
                </a:extLst>
              </p:cNvPr>
              <p:cNvSpPr/>
              <p:nvPr/>
            </p:nvSpPr>
            <p:spPr>
              <a:xfrm rot="-633483" flipH="1">
                <a:off x="5851296" y="1772282"/>
                <a:ext cx="24290" cy="16193"/>
              </a:xfrm>
              <a:custGeom>
                <a:avLst/>
                <a:gdLst/>
                <a:ahLst/>
                <a:cxnLst/>
                <a:rect l="l" t="t" r="r" b="b"/>
                <a:pathLst>
                  <a:path w="27" h="18" extrusionOk="0">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1386;p46">
                <a:extLst>
                  <a:ext uri="{FF2B5EF4-FFF2-40B4-BE49-F238E27FC236}">
                    <a16:creationId xmlns:a16="http://schemas.microsoft.com/office/drawing/2014/main" id="{B17DE025-200A-FA96-BE56-B7067856BCAB}"/>
                  </a:ext>
                </a:extLst>
              </p:cNvPr>
              <p:cNvSpPr/>
              <p:nvPr/>
            </p:nvSpPr>
            <p:spPr>
              <a:xfrm rot="-633483" flipH="1">
                <a:off x="5827115" y="1742475"/>
                <a:ext cx="18892" cy="37783"/>
              </a:xfrm>
              <a:custGeom>
                <a:avLst/>
                <a:gdLst/>
                <a:ahLst/>
                <a:cxnLst/>
                <a:rect l="l" t="t" r="r" b="b"/>
                <a:pathLst>
                  <a:path w="21" h="43" extrusionOk="0">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1387;p46">
                <a:extLst>
                  <a:ext uri="{FF2B5EF4-FFF2-40B4-BE49-F238E27FC236}">
                    <a16:creationId xmlns:a16="http://schemas.microsoft.com/office/drawing/2014/main" id="{09E1E5AD-A4CE-E1EE-0A35-046563D14071}"/>
                  </a:ext>
                </a:extLst>
              </p:cNvPr>
              <p:cNvSpPr/>
              <p:nvPr/>
            </p:nvSpPr>
            <p:spPr>
              <a:xfrm rot="-633483" flipH="1">
                <a:off x="5761344" y="1743130"/>
                <a:ext cx="18217" cy="37783"/>
              </a:xfrm>
              <a:custGeom>
                <a:avLst/>
                <a:gdLst/>
                <a:ahLst/>
                <a:cxnLst/>
                <a:rect l="l" t="t" r="r" b="b"/>
                <a:pathLst>
                  <a:path w="20" h="43" extrusionOk="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1388;p46">
                <a:extLst>
                  <a:ext uri="{FF2B5EF4-FFF2-40B4-BE49-F238E27FC236}">
                    <a16:creationId xmlns:a16="http://schemas.microsoft.com/office/drawing/2014/main" id="{92265955-BA4B-958F-608A-6D1F516B21FB}"/>
                  </a:ext>
                </a:extLst>
              </p:cNvPr>
              <p:cNvSpPr/>
              <p:nvPr/>
            </p:nvSpPr>
            <p:spPr>
              <a:xfrm rot="-633481" flipH="1">
                <a:off x="5716394" y="1692684"/>
                <a:ext cx="62073" cy="57349"/>
              </a:xfrm>
              <a:custGeom>
                <a:avLst/>
                <a:gdLst/>
                <a:ahLst/>
                <a:cxnLst/>
                <a:rect l="l" t="t" r="r" b="b"/>
                <a:pathLst>
                  <a:path w="70" h="65" extrusionOk="0">
                    <a:moveTo>
                      <a:pt x="0" y="51"/>
                    </a:moveTo>
                    <a:cubicBezTo>
                      <a:pt x="0" y="51"/>
                      <a:pt x="36" y="30"/>
                      <a:pt x="70" y="65"/>
                    </a:cubicBezTo>
                    <a:cubicBezTo>
                      <a:pt x="70" y="65"/>
                      <a:pt x="32" y="0"/>
                      <a:pt x="0" y="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1389;p46">
                <a:extLst>
                  <a:ext uri="{FF2B5EF4-FFF2-40B4-BE49-F238E27FC236}">
                    <a16:creationId xmlns:a16="http://schemas.microsoft.com/office/drawing/2014/main" id="{0162246B-06AF-FA88-4DAA-842368C34B03}"/>
                  </a:ext>
                </a:extLst>
              </p:cNvPr>
              <p:cNvSpPr/>
              <p:nvPr/>
            </p:nvSpPr>
            <p:spPr>
              <a:xfrm rot="-633480" flipH="1">
                <a:off x="5819509" y="1698490"/>
                <a:ext cx="43181" cy="49253"/>
              </a:xfrm>
              <a:custGeom>
                <a:avLst/>
                <a:gdLst/>
                <a:ahLst/>
                <a:cxnLst/>
                <a:rect l="l" t="t" r="r" b="b"/>
                <a:pathLst>
                  <a:path w="49" h="56" extrusionOk="0">
                    <a:moveTo>
                      <a:pt x="49" y="30"/>
                    </a:moveTo>
                    <a:cubicBezTo>
                      <a:pt x="49" y="30"/>
                      <a:pt x="16" y="24"/>
                      <a:pt x="0" y="56"/>
                    </a:cubicBezTo>
                    <a:cubicBezTo>
                      <a:pt x="0" y="56"/>
                      <a:pt x="14" y="0"/>
                      <a:pt x="49"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1390;p46">
                <a:extLst>
                  <a:ext uri="{FF2B5EF4-FFF2-40B4-BE49-F238E27FC236}">
                    <a16:creationId xmlns:a16="http://schemas.microsoft.com/office/drawing/2014/main" id="{04A7FF9D-5EAF-3236-25F5-CD032AF9E999}"/>
                  </a:ext>
                </a:extLst>
              </p:cNvPr>
              <p:cNvSpPr/>
              <p:nvPr/>
            </p:nvSpPr>
            <p:spPr>
              <a:xfrm rot="-633491" flipH="1">
                <a:off x="5600603" y="1703363"/>
                <a:ext cx="85216" cy="148277"/>
              </a:xfrm>
              <a:custGeom>
                <a:avLst/>
                <a:gdLst/>
                <a:ahLst/>
                <a:cxnLst/>
                <a:rect l="l" t="t" r="r" b="b"/>
                <a:pathLst>
                  <a:path w="76" h="133" extrusionOk="0">
                    <a:moveTo>
                      <a:pt x="0" y="50"/>
                    </a:moveTo>
                    <a:cubicBezTo>
                      <a:pt x="0" y="50"/>
                      <a:pt x="7" y="8"/>
                      <a:pt x="32" y="4"/>
                    </a:cubicBezTo>
                    <a:cubicBezTo>
                      <a:pt x="58" y="0"/>
                      <a:pt x="76" y="133"/>
                      <a:pt x="6" y="92"/>
                    </a:cubicBezTo>
                    <a:lnTo>
                      <a:pt x="0" y="5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1391;p46">
                <a:extLst>
                  <a:ext uri="{FF2B5EF4-FFF2-40B4-BE49-F238E27FC236}">
                    <a16:creationId xmlns:a16="http://schemas.microsoft.com/office/drawing/2014/main" id="{851573A3-0D68-94CB-2F45-C5BE149CEFD5}"/>
                  </a:ext>
                </a:extLst>
              </p:cNvPr>
              <p:cNvSpPr/>
              <p:nvPr/>
            </p:nvSpPr>
            <p:spPr>
              <a:xfrm rot="-633480" flipH="1">
                <a:off x="5591390" y="1546767"/>
                <a:ext cx="311041" cy="236819"/>
              </a:xfrm>
              <a:custGeom>
                <a:avLst/>
                <a:gdLst/>
                <a:ahLst/>
                <a:cxnLst/>
                <a:rect l="l" t="t" r="r" b="b"/>
                <a:pathLst>
                  <a:path w="352" h="268" extrusionOk="0">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1392;p46">
                <a:extLst>
                  <a:ext uri="{FF2B5EF4-FFF2-40B4-BE49-F238E27FC236}">
                    <a16:creationId xmlns:a16="http://schemas.microsoft.com/office/drawing/2014/main" id="{8142BC75-7036-2668-1EE0-4561FB275DA0}"/>
                  </a:ext>
                </a:extLst>
              </p:cNvPr>
              <p:cNvSpPr/>
              <p:nvPr/>
            </p:nvSpPr>
            <p:spPr>
              <a:xfrm flipH="1">
                <a:off x="6014420" y="2256924"/>
                <a:ext cx="358774" cy="165973"/>
              </a:xfrm>
              <a:custGeom>
                <a:avLst/>
                <a:gdLst/>
                <a:ahLst/>
                <a:cxnLst/>
                <a:rect l="l" t="t" r="r" b="b"/>
                <a:pathLst>
                  <a:path w="350879" h="162321" extrusionOk="0">
                    <a:moveTo>
                      <a:pt x="350880" y="72485"/>
                    </a:moveTo>
                    <a:cubicBezTo>
                      <a:pt x="320971" y="49244"/>
                      <a:pt x="291634" y="25146"/>
                      <a:pt x="263154" y="0"/>
                    </a:cubicBezTo>
                    <a:lnTo>
                      <a:pt x="154188" y="57912"/>
                    </a:lnTo>
                    <a:lnTo>
                      <a:pt x="146283" y="61531"/>
                    </a:lnTo>
                    <a:cubicBezTo>
                      <a:pt x="145616" y="62103"/>
                      <a:pt x="144854" y="62674"/>
                      <a:pt x="144187" y="63246"/>
                    </a:cubicBezTo>
                    <a:lnTo>
                      <a:pt x="133519" y="68866"/>
                    </a:lnTo>
                    <a:cubicBezTo>
                      <a:pt x="132567" y="69247"/>
                      <a:pt x="131805" y="69818"/>
                      <a:pt x="131043" y="70485"/>
                    </a:cubicBezTo>
                    <a:cubicBezTo>
                      <a:pt x="118184" y="73628"/>
                      <a:pt x="49604" y="90869"/>
                      <a:pt x="39412" y="98298"/>
                    </a:cubicBezTo>
                    <a:cubicBezTo>
                      <a:pt x="22077" y="102203"/>
                      <a:pt x="1788" y="107251"/>
                      <a:pt x="74" y="111442"/>
                    </a:cubicBezTo>
                    <a:cubicBezTo>
                      <a:pt x="-2212" y="117157"/>
                      <a:pt x="49223" y="113824"/>
                      <a:pt x="62558" y="114300"/>
                    </a:cubicBezTo>
                    <a:lnTo>
                      <a:pt x="65034" y="115633"/>
                    </a:lnTo>
                    <a:cubicBezTo>
                      <a:pt x="60939" y="118777"/>
                      <a:pt x="37317" y="126873"/>
                      <a:pt x="37317" y="126873"/>
                    </a:cubicBezTo>
                    <a:cubicBezTo>
                      <a:pt x="36174" y="127349"/>
                      <a:pt x="3503" y="140779"/>
                      <a:pt x="8646" y="145066"/>
                    </a:cubicBezTo>
                    <a:cubicBezTo>
                      <a:pt x="13790" y="149447"/>
                      <a:pt x="87323" y="125063"/>
                      <a:pt x="71892" y="130302"/>
                    </a:cubicBezTo>
                    <a:cubicBezTo>
                      <a:pt x="70845" y="130683"/>
                      <a:pt x="9408" y="148209"/>
                      <a:pt x="15123" y="155829"/>
                    </a:cubicBezTo>
                    <a:cubicBezTo>
                      <a:pt x="18933" y="160877"/>
                      <a:pt x="73702" y="144113"/>
                      <a:pt x="76274" y="144685"/>
                    </a:cubicBezTo>
                    <a:cubicBezTo>
                      <a:pt x="78846" y="145256"/>
                      <a:pt x="29697" y="154972"/>
                      <a:pt x="34173" y="161449"/>
                    </a:cubicBezTo>
                    <a:cubicBezTo>
                      <a:pt x="36174" y="164211"/>
                      <a:pt x="60748" y="159734"/>
                      <a:pt x="68749" y="157448"/>
                    </a:cubicBezTo>
                    <a:cubicBezTo>
                      <a:pt x="75702" y="155448"/>
                      <a:pt x="98277" y="149542"/>
                      <a:pt x="133233" y="138113"/>
                    </a:cubicBezTo>
                    <a:cubicBezTo>
                      <a:pt x="172476" y="129254"/>
                      <a:pt x="266774" y="106013"/>
                      <a:pt x="350880" y="72485"/>
                    </a:cubicBez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1393;p46">
                <a:extLst>
                  <a:ext uri="{FF2B5EF4-FFF2-40B4-BE49-F238E27FC236}">
                    <a16:creationId xmlns:a16="http://schemas.microsoft.com/office/drawing/2014/main" id="{A2867678-B5B5-BBBF-E4E1-111AD3AA7879}"/>
                  </a:ext>
                </a:extLst>
              </p:cNvPr>
              <p:cNvSpPr/>
              <p:nvPr/>
            </p:nvSpPr>
            <p:spPr>
              <a:xfrm flipH="1">
                <a:off x="5807241" y="1918418"/>
                <a:ext cx="314098" cy="447837"/>
              </a:xfrm>
              <a:custGeom>
                <a:avLst/>
                <a:gdLst/>
                <a:ahLst/>
                <a:cxnLst/>
                <a:rect l="l" t="t" r="r" b="b"/>
                <a:pathLst>
                  <a:path w="307186" h="437982" extrusionOk="0">
                    <a:moveTo>
                      <a:pt x="206026" y="37552"/>
                    </a:moveTo>
                    <a:cubicBezTo>
                      <a:pt x="183070" y="84415"/>
                      <a:pt x="98965" y="280725"/>
                      <a:pt x="98965" y="280725"/>
                    </a:cubicBezTo>
                    <a:lnTo>
                      <a:pt x="0" y="336066"/>
                    </a:lnTo>
                    <a:lnTo>
                      <a:pt x="65532" y="437983"/>
                    </a:lnTo>
                    <a:cubicBezTo>
                      <a:pt x="65532" y="437983"/>
                      <a:pt x="158687" y="416171"/>
                      <a:pt x="205264" y="373880"/>
                    </a:cubicBezTo>
                    <a:cubicBezTo>
                      <a:pt x="250222" y="333208"/>
                      <a:pt x="307848" y="64984"/>
                      <a:pt x="307181" y="976"/>
                    </a:cubicBezTo>
                    <a:cubicBezTo>
                      <a:pt x="307181" y="976"/>
                      <a:pt x="228981" y="-9406"/>
                      <a:pt x="206026" y="3755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1394;p46">
                <a:extLst>
                  <a:ext uri="{FF2B5EF4-FFF2-40B4-BE49-F238E27FC236}">
                    <a16:creationId xmlns:a16="http://schemas.microsoft.com/office/drawing/2014/main" id="{B6C407A4-2C89-5DB4-64DD-24B91136EB0B}"/>
                  </a:ext>
                </a:extLst>
              </p:cNvPr>
              <p:cNvSpPr/>
              <p:nvPr/>
            </p:nvSpPr>
            <p:spPr>
              <a:xfrm flipH="1">
                <a:off x="5256844" y="2341951"/>
                <a:ext cx="706081" cy="1266029"/>
              </a:xfrm>
              <a:custGeom>
                <a:avLst/>
                <a:gdLst/>
                <a:ahLst/>
                <a:cxnLst/>
                <a:rect l="l" t="t" r="r" b="b"/>
                <a:pathLst>
                  <a:path w="690544" h="1529945" extrusionOk="0">
                    <a:moveTo>
                      <a:pt x="380506" y="10668"/>
                    </a:moveTo>
                    <a:cubicBezTo>
                      <a:pt x="423845" y="87344"/>
                      <a:pt x="446800" y="143542"/>
                      <a:pt x="471755" y="241078"/>
                    </a:cubicBezTo>
                    <a:cubicBezTo>
                      <a:pt x="500711" y="354139"/>
                      <a:pt x="676924" y="1310830"/>
                      <a:pt x="690545" y="1516475"/>
                    </a:cubicBezTo>
                    <a:cubicBezTo>
                      <a:pt x="654921" y="1525048"/>
                      <a:pt x="554909" y="1523810"/>
                      <a:pt x="532334" y="1522571"/>
                    </a:cubicBezTo>
                    <a:cubicBezTo>
                      <a:pt x="460706" y="1317307"/>
                      <a:pt x="303163" y="639128"/>
                      <a:pt x="272492" y="509778"/>
                    </a:cubicBezTo>
                    <a:cubicBezTo>
                      <a:pt x="267730" y="489871"/>
                      <a:pt x="237059" y="494252"/>
                      <a:pt x="239441" y="514540"/>
                    </a:cubicBezTo>
                    <a:cubicBezTo>
                      <a:pt x="256871" y="662273"/>
                      <a:pt x="168670" y="1295781"/>
                      <a:pt x="215438" y="1522952"/>
                    </a:cubicBezTo>
                    <a:cubicBezTo>
                      <a:pt x="196769" y="1532477"/>
                      <a:pt x="83802" y="1530382"/>
                      <a:pt x="62180" y="1527620"/>
                    </a:cubicBezTo>
                    <a:cubicBezTo>
                      <a:pt x="38749" y="1274254"/>
                      <a:pt x="-85933" y="315278"/>
                      <a:pt x="102185" y="4381"/>
                    </a:cubicBezTo>
                    <a:cubicBezTo>
                      <a:pt x="188291" y="-7430"/>
                      <a:pt x="293257" y="8096"/>
                      <a:pt x="380506" y="1066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1395;p46">
                <a:extLst>
                  <a:ext uri="{FF2B5EF4-FFF2-40B4-BE49-F238E27FC236}">
                    <a16:creationId xmlns:a16="http://schemas.microsoft.com/office/drawing/2014/main" id="{09195856-540D-7D27-A017-B00D9916BFCC}"/>
                  </a:ext>
                </a:extLst>
              </p:cNvPr>
              <p:cNvSpPr/>
              <p:nvPr/>
            </p:nvSpPr>
            <p:spPr>
              <a:xfrm flipH="1">
                <a:off x="5468122" y="1896751"/>
                <a:ext cx="437178" cy="613196"/>
              </a:xfrm>
              <a:custGeom>
                <a:avLst/>
                <a:gdLst/>
                <a:ahLst/>
                <a:cxnLst/>
                <a:rect l="l" t="t" r="r" b="b"/>
                <a:pathLst>
                  <a:path w="427558" h="457609" extrusionOk="0">
                    <a:moveTo>
                      <a:pt x="83135" y="23717"/>
                    </a:moveTo>
                    <a:cubicBezTo>
                      <a:pt x="85611" y="29813"/>
                      <a:pt x="-2971" y="218599"/>
                      <a:pt x="77" y="278130"/>
                    </a:cubicBezTo>
                    <a:cubicBezTo>
                      <a:pt x="3125" y="338137"/>
                      <a:pt x="44082" y="439102"/>
                      <a:pt x="40844" y="448056"/>
                    </a:cubicBezTo>
                    <a:cubicBezTo>
                      <a:pt x="40844" y="448056"/>
                      <a:pt x="170765" y="476250"/>
                      <a:pt x="427559" y="435769"/>
                    </a:cubicBezTo>
                    <a:cubicBezTo>
                      <a:pt x="411176" y="289465"/>
                      <a:pt x="353740" y="140494"/>
                      <a:pt x="327261" y="66199"/>
                    </a:cubicBezTo>
                    <a:cubicBezTo>
                      <a:pt x="327261" y="66199"/>
                      <a:pt x="245250" y="1619"/>
                      <a:pt x="223533" y="0"/>
                    </a:cubicBezTo>
                    <a:cubicBezTo>
                      <a:pt x="223438" y="0"/>
                      <a:pt x="184386" y="53816"/>
                      <a:pt x="83135" y="237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1396;p46">
                <a:extLst>
                  <a:ext uri="{FF2B5EF4-FFF2-40B4-BE49-F238E27FC236}">
                    <a16:creationId xmlns:a16="http://schemas.microsoft.com/office/drawing/2014/main" id="{1083ED71-E18D-3613-EDEE-71C05A145E0C}"/>
                  </a:ext>
                </a:extLst>
              </p:cNvPr>
              <p:cNvSpPr/>
              <p:nvPr/>
            </p:nvSpPr>
            <p:spPr>
              <a:xfrm flipH="1">
                <a:off x="5880077" y="2029496"/>
                <a:ext cx="379532" cy="276607"/>
              </a:xfrm>
              <a:custGeom>
                <a:avLst/>
                <a:gdLst/>
                <a:ahLst/>
                <a:cxnLst/>
                <a:rect l="l" t="t" r="r" b="b"/>
                <a:pathLst>
                  <a:path w="371180" h="270520" extrusionOk="0">
                    <a:moveTo>
                      <a:pt x="371180" y="270521"/>
                    </a:moveTo>
                    <a:lnTo>
                      <a:pt x="310030" y="68877"/>
                    </a:lnTo>
                    <a:cubicBezTo>
                      <a:pt x="304981" y="52208"/>
                      <a:pt x="291265" y="39730"/>
                      <a:pt x="274216" y="36111"/>
                    </a:cubicBezTo>
                    <a:lnTo>
                      <a:pt x="26470" y="487"/>
                    </a:lnTo>
                    <a:cubicBezTo>
                      <a:pt x="10183" y="-2942"/>
                      <a:pt x="-3819" y="12298"/>
                      <a:pt x="943" y="28300"/>
                    </a:cubicBezTo>
                    <a:lnTo>
                      <a:pt x="52664" y="201750"/>
                    </a:lnTo>
                    <a:cubicBezTo>
                      <a:pt x="54950" y="209371"/>
                      <a:pt x="61046" y="215086"/>
                      <a:pt x="68761" y="216895"/>
                    </a:cubicBezTo>
                    <a:lnTo>
                      <a:pt x="371180" y="2705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1397;p46">
                <a:extLst>
                  <a:ext uri="{FF2B5EF4-FFF2-40B4-BE49-F238E27FC236}">
                    <a16:creationId xmlns:a16="http://schemas.microsoft.com/office/drawing/2014/main" id="{A54064CF-03AB-60CF-152E-C5BB0156AA41}"/>
                  </a:ext>
                </a:extLst>
              </p:cNvPr>
              <p:cNvSpPr/>
              <p:nvPr/>
            </p:nvSpPr>
            <p:spPr>
              <a:xfrm flipH="1">
                <a:off x="5793761" y="2148459"/>
                <a:ext cx="242121" cy="229775"/>
              </a:xfrm>
              <a:custGeom>
                <a:avLst/>
                <a:gdLst/>
                <a:ahLst/>
                <a:cxnLst/>
                <a:rect l="l" t="t" r="r" b="b"/>
                <a:pathLst>
                  <a:path w="236793" h="224719" extrusionOk="0">
                    <a:moveTo>
                      <a:pt x="204980" y="224720"/>
                    </a:moveTo>
                    <a:cubicBezTo>
                      <a:pt x="99158" y="152235"/>
                      <a:pt x="39626" y="95371"/>
                      <a:pt x="28292" y="85369"/>
                    </a:cubicBezTo>
                    <a:cubicBezTo>
                      <a:pt x="21815" y="79654"/>
                      <a:pt x="4098" y="60319"/>
                      <a:pt x="5527" y="57080"/>
                    </a:cubicBezTo>
                    <a:cubicBezTo>
                      <a:pt x="8861" y="49650"/>
                      <a:pt x="44865" y="87750"/>
                      <a:pt x="44008" y="85179"/>
                    </a:cubicBezTo>
                    <a:cubicBezTo>
                      <a:pt x="43055" y="82702"/>
                      <a:pt x="-2379" y="43269"/>
                      <a:pt x="98" y="37268"/>
                    </a:cubicBezTo>
                    <a:cubicBezTo>
                      <a:pt x="3908" y="28124"/>
                      <a:pt x="53819" y="72891"/>
                      <a:pt x="54676" y="73654"/>
                    </a:cubicBezTo>
                    <a:cubicBezTo>
                      <a:pt x="67916" y="84512"/>
                      <a:pt x="5241" y="32696"/>
                      <a:pt x="6289" y="25743"/>
                    </a:cubicBezTo>
                    <a:cubicBezTo>
                      <a:pt x="7337" y="18885"/>
                      <a:pt x="37626" y="40506"/>
                      <a:pt x="38674" y="41269"/>
                    </a:cubicBezTo>
                    <a:cubicBezTo>
                      <a:pt x="38674" y="41269"/>
                      <a:pt x="63439" y="61366"/>
                      <a:pt x="65344" y="59842"/>
                    </a:cubicBezTo>
                    <a:cubicBezTo>
                      <a:pt x="67154" y="58318"/>
                      <a:pt x="24672" y="1168"/>
                      <a:pt x="32102" y="25"/>
                    </a:cubicBezTo>
                    <a:cubicBezTo>
                      <a:pt x="39531" y="-1118"/>
                      <a:pt x="74393" y="36982"/>
                      <a:pt x="82965" y="45079"/>
                    </a:cubicBezTo>
                    <a:cubicBezTo>
                      <a:pt x="91538" y="53175"/>
                      <a:pt x="106587" y="61080"/>
                      <a:pt x="111445" y="60319"/>
                    </a:cubicBezTo>
                    <a:cubicBezTo>
                      <a:pt x="115541" y="59652"/>
                      <a:pt x="118970" y="41745"/>
                      <a:pt x="114874" y="32601"/>
                    </a:cubicBezTo>
                    <a:cubicBezTo>
                      <a:pt x="114874" y="32601"/>
                      <a:pt x="135829" y="54604"/>
                      <a:pt x="142211" y="73082"/>
                    </a:cubicBezTo>
                    <a:cubicBezTo>
                      <a:pt x="145544" y="82797"/>
                      <a:pt x="147640" y="95180"/>
                      <a:pt x="147640" y="95180"/>
                    </a:cubicBezTo>
                    <a:lnTo>
                      <a:pt x="236794" y="154045"/>
                    </a:lnTo>
                    <a:lnTo>
                      <a:pt x="204980" y="224720"/>
                    </a:ln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1398;p46">
                <a:extLst>
                  <a:ext uri="{FF2B5EF4-FFF2-40B4-BE49-F238E27FC236}">
                    <a16:creationId xmlns:a16="http://schemas.microsoft.com/office/drawing/2014/main" id="{44C2E1A0-3A1E-54C1-629A-333C9FED769D}"/>
                  </a:ext>
                </a:extLst>
              </p:cNvPr>
              <p:cNvSpPr/>
              <p:nvPr/>
            </p:nvSpPr>
            <p:spPr>
              <a:xfrm flipH="1">
                <a:off x="5512087" y="1963933"/>
                <a:ext cx="419411" cy="509509"/>
              </a:xfrm>
              <a:custGeom>
                <a:avLst/>
                <a:gdLst/>
                <a:ahLst/>
                <a:cxnLst/>
                <a:rect l="l" t="t" r="r" b="b"/>
                <a:pathLst>
                  <a:path w="410182" h="498297" extrusionOk="0">
                    <a:moveTo>
                      <a:pt x="283369" y="73313"/>
                    </a:moveTo>
                    <a:cubicBezTo>
                      <a:pt x="283369" y="73313"/>
                      <a:pt x="306419" y="-21556"/>
                      <a:pt x="348996" y="4543"/>
                    </a:cubicBezTo>
                    <a:cubicBezTo>
                      <a:pt x="421100" y="48644"/>
                      <a:pt x="449866" y="263051"/>
                      <a:pt x="319564" y="482984"/>
                    </a:cubicBezTo>
                    <a:cubicBezTo>
                      <a:pt x="277273" y="554326"/>
                      <a:pt x="0" y="353253"/>
                      <a:pt x="0" y="353253"/>
                    </a:cubicBezTo>
                    <a:lnTo>
                      <a:pt x="65627" y="250288"/>
                    </a:lnTo>
                    <a:lnTo>
                      <a:pt x="215360" y="343252"/>
                    </a:lnTo>
                    <a:lnTo>
                      <a:pt x="283369" y="7331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 name="Google Shape;1399;p46">
              <a:extLst>
                <a:ext uri="{FF2B5EF4-FFF2-40B4-BE49-F238E27FC236}">
                  <a16:creationId xmlns:a16="http://schemas.microsoft.com/office/drawing/2014/main" id="{EA34F41A-6D77-54E7-6178-976E0E0D8C6E}"/>
                </a:ext>
              </a:extLst>
            </p:cNvPr>
            <p:cNvGrpSpPr/>
            <p:nvPr/>
          </p:nvGrpSpPr>
          <p:grpSpPr>
            <a:xfrm>
              <a:off x="4977785" y="1035662"/>
              <a:ext cx="676370" cy="1142272"/>
              <a:chOff x="2757910" y="1240337"/>
              <a:chExt cx="676370" cy="1142272"/>
            </a:xfrm>
          </p:grpSpPr>
          <p:sp>
            <p:nvSpPr>
              <p:cNvPr id="32" name="Google Shape;1400;p46">
                <a:extLst>
                  <a:ext uri="{FF2B5EF4-FFF2-40B4-BE49-F238E27FC236}">
                    <a16:creationId xmlns:a16="http://schemas.microsoft.com/office/drawing/2014/main" id="{C1712CC4-0068-46F9-FFC2-EC293D2E5118}"/>
                  </a:ext>
                </a:extLst>
              </p:cNvPr>
              <p:cNvSpPr/>
              <p:nvPr/>
            </p:nvSpPr>
            <p:spPr>
              <a:xfrm>
                <a:off x="2757910" y="1240337"/>
                <a:ext cx="676370" cy="870576"/>
              </a:xfrm>
              <a:custGeom>
                <a:avLst/>
                <a:gdLst/>
                <a:ahLst/>
                <a:cxnLst/>
                <a:rect l="l" t="t" r="r" b="b"/>
                <a:pathLst>
                  <a:path w="774" h="996" extrusionOk="0">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1401;p46">
                <a:extLst>
                  <a:ext uri="{FF2B5EF4-FFF2-40B4-BE49-F238E27FC236}">
                    <a16:creationId xmlns:a16="http://schemas.microsoft.com/office/drawing/2014/main" id="{216E7598-2734-2348-232A-71EA46EFB887}"/>
                  </a:ext>
                </a:extLst>
              </p:cNvPr>
              <p:cNvSpPr/>
              <p:nvPr/>
            </p:nvSpPr>
            <p:spPr>
              <a:xfrm>
                <a:off x="2940636" y="2078385"/>
                <a:ext cx="320487" cy="227689"/>
              </a:xfrm>
              <a:custGeom>
                <a:avLst/>
                <a:gdLst/>
                <a:ahLst/>
                <a:cxnLst/>
                <a:rect l="l" t="t" r="r" b="b"/>
                <a:pathLst>
                  <a:path w="335" h="238" extrusionOk="0">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1402;p46">
                <a:extLst>
                  <a:ext uri="{FF2B5EF4-FFF2-40B4-BE49-F238E27FC236}">
                    <a16:creationId xmlns:a16="http://schemas.microsoft.com/office/drawing/2014/main" id="{D0052F4A-D57D-12EA-CFD5-40A7B7D6C6E9}"/>
                  </a:ext>
                </a:extLst>
              </p:cNvPr>
              <p:cNvSpPr/>
              <p:nvPr/>
            </p:nvSpPr>
            <p:spPr>
              <a:xfrm>
                <a:off x="2924372" y="1697628"/>
                <a:ext cx="322400" cy="369276"/>
              </a:xfrm>
              <a:custGeom>
                <a:avLst/>
                <a:gdLst/>
                <a:ahLst/>
                <a:cxnLst/>
                <a:rect l="l" t="t" r="r" b="b"/>
                <a:pathLst>
                  <a:path w="369" h="422" extrusionOk="0">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1403;p46">
                <a:extLst>
                  <a:ext uri="{FF2B5EF4-FFF2-40B4-BE49-F238E27FC236}">
                    <a16:creationId xmlns:a16="http://schemas.microsoft.com/office/drawing/2014/main" id="{879A038B-40B5-9F41-C258-2D1AFCBD497B}"/>
                  </a:ext>
                </a:extLst>
              </p:cNvPr>
              <p:cNvSpPr/>
              <p:nvPr/>
            </p:nvSpPr>
            <p:spPr>
              <a:xfrm>
                <a:off x="2942549" y="1733025"/>
                <a:ext cx="304223" cy="323357"/>
              </a:xfrm>
              <a:custGeom>
                <a:avLst/>
                <a:gdLst/>
                <a:ahLst/>
                <a:cxnLst/>
                <a:rect l="l" t="t" r="r" b="b"/>
                <a:pathLst>
                  <a:path w="348" h="369" extrusionOk="0">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1404;p46">
                <a:extLst>
                  <a:ext uri="{FF2B5EF4-FFF2-40B4-BE49-F238E27FC236}">
                    <a16:creationId xmlns:a16="http://schemas.microsoft.com/office/drawing/2014/main" id="{7D9CB808-AE25-356E-8F98-32A8569B5EFA}"/>
                  </a:ext>
                </a:extLst>
              </p:cNvPr>
              <p:cNvSpPr/>
              <p:nvPr/>
            </p:nvSpPr>
            <p:spPr>
              <a:xfrm>
                <a:off x="2904282" y="2056382"/>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1405;p46">
                <a:extLst>
                  <a:ext uri="{FF2B5EF4-FFF2-40B4-BE49-F238E27FC236}">
                    <a16:creationId xmlns:a16="http://schemas.microsoft.com/office/drawing/2014/main" id="{666EFDCD-6202-66F9-C068-62582F0570FA}"/>
                  </a:ext>
                </a:extLst>
              </p:cNvPr>
              <p:cNvSpPr/>
              <p:nvPr/>
            </p:nvSpPr>
            <p:spPr>
              <a:xfrm>
                <a:off x="2904282" y="2118566"/>
                <a:ext cx="393194" cy="41137"/>
              </a:xfrm>
              <a:custGeom>
                <a:avLst/>
                <a:gdLst/>
                <a:ahLst/>
                <a:cxnLst/>
                <a:rect l="l" t="t" r="r" b="b"/>
                <a:pathLst>
                  <a:path w="450" h="47" extrusionOk="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1406;p46">
                <a:extLst>
                  <a:ext uri="{FF2B5EF4-FFF2-40B4-BE49-F238E27FC236}">
                    <a16:creationId xmlns:a16="http://schemas.microsoft.com/office/drawing/2014/main" id="{5DF6A6C6-A51F-D8BE-88DD-E9DCB4BAFDBF}"/>
                  </a:ext>
                </a:extLst>
              </p:cNvPr>
              <p:cNvSpPr/>
              <p:nvPr/>
            </p:nvSpPr>
            <p:spPr>
              <a:xfrm>
                <a:off x="2904282" y="2181706"/>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1407;p46">
                <a:extLst>
                  <a:ext uri="{FF2B5EF4-FFF2-40B4-BE49-F238E27FC236}">
                    <a16:creationId xmlns:a16="http://schemas.microsoft.com/office/drawing/2014/main" id="{A96D1D8C-E02D-68D1-E8E5-D1DCBA1DA637}"/>
                  </a:ext>
                </a:extLst>
              </p:cNvPr>
              <p:cNvSpPr/>
              <p:nvPr/>
            </p:nvSpPr>
            <p:spPr>
              <a:xfrm>
                <a:off x="3026737" y="2306074"/>
                <a:ext cx="148285" cy="76534"/>
              </a:xfrm>
              <a:custGeom>
                <a:avLst/>
                <a:gdLst/>
                <a:ahLst/>
                <a:cxnLst/>
                <a:rect l="l" t="t" r="r" b="b"/>
                <a:pathLst>
                  <a:path w="170" h="87" extrusionOk="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 name="Google Shape;1408;p46">
              <a:extLst>
                <a:ext uri="{FF2B5EF4-FFF2-40B4-BE49-F238E27FC236}">
                  <a16:creationId xmlns:a16="http://schemas.microsoft.com/office/drawing/2014/main" id="{7BA78EF0-EFB9-CA58-B334-2C300FECADFF}"/>
                </a:ext>
              </a:extLst>
            </p:cNvPr>
            <p:cNvGrpSpPr/>
            <p:nvPr/>
          </p:nvGrpSpPr>
          <p:grpSpPr>
            <a:xfrm>
              <a:off x="5954721" y="2930236"/>
              <a:ext cx="821542" cy="769820"/>
              <a:chOff x="1932280" y="1331475"/>
              <a:chExt cx="637200" cy="597084"/>
            </a:xfrm>
          </p:grpSpPr>
          <p:sp>
            <p:nvSpPr>
              <p:cNvPr id="20" name="Google Shape;1409;p46">
                <a:extLst>
                  <a:ext uri="{FF2B5EF4-FFF2-40B4-BE49-F238E27FC236}">
                    <a16:creationId xmlns:a16="http://schemas.microsoft.com/office/drawing/2014/main" id="{43194B80-DA65-B210-23D5-4F44401824C2}"/>
                  </a:ext>
                </a:extLst>
              </p:cNvPr>
              <p:cNvSpPr/>
              <p:nvPr/>
            </p:nvSpPr>
            <p:spPr>
              <a:xfrm>
                <a:off x="1932280" y="1393658"/>
                <a:ext cx="637200" cy="53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1410;p46">
                <a:extLst>
                  <a:ext uri="{FF2B5EF4-FFF2-40B4-BE49-F238E27FC236}">
                    <a16:creationId xmlns:a16="http://schemas.microsoft.com/office/drawing/2014/main" id="{B6A51A7D-1809-1145-DB47-5FA017DA10D0}"/>
                  </a:ext>
                </a:extLst>
              </p:cNvPr>
              <p:cNvSpPr/>
              <p:nvPr/>
            </p:nvSpPr>
            <p:spPr>
              <a:xfrm>
                <a:off x="2033687" y="1869127"/>
                <a:ext cx="993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1411;p46">
                <a:extLst>
                  <a:ext uri="{FF2B5EF4-FFF2-40B4-BE49-F238E27FC236}">
                    <a16:creationId xmlns:a16="http://schemas.microsoft.com/office/drawing/2014/main" id="{C93A76EB-2649-0A71-5B9C-6F00758D5B3E}"/>
                  </a:ext>
                </a:extLst>
              </p:cNvPr>
              <p:cNvSpPr/>
              <p:nvPr/>
            </p:nvSpPr>
            <p:spPr>
              <a:xfrm>
                <a:off x="1977243" y="1857647"/>
                <a:ext cx="38400" cy="39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1412;p46">
                <a:extLst>
                  <a:ext uri="{FF2B5EF4-FFF2-40B4-BE49-F238E27FC236}">
                    <a16:creationId xmlns:a16="http://schemas.microsoft.com/office/drawing/2014/main" id="{1CFCF56D-DCF1-1383-0BDC-A0CF5A95489F}"/>
                  </a:ext>
                </a:extLst>
              </p:cNvPr>
              <p:cNvSpPr/>
              <p:nvPr/>
            </p:nvSpPr>
            <p:spPr>
              <a:xfrm>
                <a:off x="2432621" y="1869127"/>
                <a:ext cx="1005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1413;p46">
                <a:extLst>
                  <a:ext uri="{FF2B5EF4-FFF2-40B4-BE49-F238E27FC236}">
                    <a16:creationId xmlns:a16="http://schemas.microsoft.com/office/drawing/2014/main" id="{5578EB71-7C74-289D-DBE1-B6D2B8F2C888}"/>
                  </a:ext>
                </a:extLst>
              </p:cNvPr>
              <p:cNvSpPr/>
              <p:nvPr/>
            </p:nvSpPr>
            <p:spPr>
              <a:xfrm>
                <a:off x="2377133" y="1857647"/>
                <a:ext cx="39300" cy="393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1414;p46">
                <a:extLst>
                  <a:ext uri="{FF2B5EF4-FFF2-40B4-BE49-F238E27FC236}">
                    <a16:creationId xmlns:a16="http://schemas.microsoft.com/office/drawing/2014/main" id="{F170CB8B-C0AB-3092-CBD1-A13DA5A3BF0E}"/>
                  </a:ext>
                </a:extLst>
              </p:cNvPr>
              <p:cNvSpPr/>
              <p:nvPr/>
            </p:nvSpPr>
            <p:spPr>
              <a:xfrm>
                <a:off x="1932280" y="1331475"/>
                <a:ext cx="637146" cy="62184"/>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1415;p46">
                <a:extLst>
                  <a:ext uri="{FF2B5EF4-FFF2-40B4-BE49-F238E27FC236}">
                    <a16:creationId xmlns:a16="http://schemas.microsoft.com/office/drawing/2014/main" id="{05F27287-41C6-8D48-0464-4124CC6C4D5D}"/>
                  </a:ext>
                </a:extLst>
              </p:cNvPr>
              <p:cNvSpPr/>
              <p:nvPr/>
            </p:nvSpPr>
            <p:spPr>
              <a:xfrm>
                <a:off x="1959067"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1416;p46">
                <a:extLst>
                  <a:ext uri="{FF2B5EF4-FFF2-40B4-BE49-F238E27FC236}">
                    <a16:creationId xmlns:a16="http://schemas.microsoft.com/office/drawing/2014/main" id="{E5236AEE-E383-D3C5-A8B4-E9535F566105}"/>
                  </a:ext>
                </a:extLst>
              </p:cNvPr>
              <p:cNvSpPr/>
              <p:nvPr/>
            </p:nvSpPr>
            <p:spPr>
              <a:xfrm>
                <a:off x="2003074"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1417;p46">
                <a:extLst>
                  <a:ext uri="{FF2B5EF4-FFF2-40B4-BE49-F238E27FC236}">
                    <a16:creationId xmlns:a16="http://schemas.microsoft.com/office/drawing/2014/main" id="{635B083E-8198-7A5C-F7AF-6A54A32827ED}"/>
                  </a:ext>
                </a:extLst>
              </p:cNvPr>
              <p:cNvSpPr/>
              <p:nvPr/>
            </p:nvSpPr>
            <p:spPr>
              <a:xfrm>
                <a:off x="2047081" y="1348695"/>
                <a:ext cx="297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1418;p46">
                <a:extLst>
                  <a:ext uri="{FF2B5EF4-FFF2-40B4-BE49-F238E27FC236}">
                    <a16:creationId xmlns:a16="http://schemas.microsoft.com/office/drawing/2014/main" id="{5A2DCCB3-C5A5-0ECD-D80A-6072733A6561}"/>
                  </a:ext>
                </a:extLst>
              </p:cNvPr>
              <p:cNvSpPr/>
              <p:nvPr/>
            </p:nvSpPr>
            <p:spPr>
              <a:xfrm>
                <a:off x="2045167" y="1431925"/>
                <a:ext cx="411300" cy="4113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1419;p46">
                <a:extLst>
                  <a:ext uri="{FF2B5EF4-FFF2-40B4-BE49-F238E27FC236}">
                    <a16:creationId xmlns:a16="http://schemas.microsoft.com/office/drawing/2014/main" id="{3AA8E467-3B12-EE92-ADCA-C69D61369BE3}"/>
                  </a:ext>
                </a:extLst>
              </p:cNvPr>
              <p:cNvSpPr/>
              <p:nvPr/>
            </p:nvSpPr>
            <p:spPr>
              <a:xfrm>
                <a:off x="2115004" y="1502719"/>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1420;p46">
                <a:extLst>
                  <a:ext uri="{FF2B5EF4-FFF2-40B4-BE49-F238E27FC236}">
                    <a16:creationId xmlns:a16="http://schemas.microsoft.com/office/drawing/2014/main" id="{D8C79E2A-F16C-8660-FFFE-F595DD286AE1}"/>
                  </a:ext>
                </a:extLst>
              </p:cNvPr>
              <p:cNvSpPr/>
              <p:nvPr/>
            </p:nvSpPr>
            <p:spPr>
              <a:xfrm>
                <a:off x="2093958" y="1495066"/>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 name="Google Shape;1421;p46">
              <a:extLst>
                <a:ext uri="{FF2B5EF4-FFF2-40B4-BE49-F238E27FC236}">
                  <a16:creationId xmlns:a16="http://schemas.microsoft.com/office/drawing/2014/main" id="{C08C87D7-18F8-89B0-3D1C-B6C53B77B264}"/>
                </a:ext>
              </a:extLst>
            </p:cNvPr>
            <p:cNvSpPr/>
            <p:nvPr/>
          </p:nvSpPr>
          <p:spPr>
            <a:xfrm>
              <a:off x="6979977" y="3349174"/>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22;p46">
              <a:extLst>
                <a:ext uri="{FF2B5EF4-FFF2-40B4-BE49-F238E27FC236}">
                  <a16:creationId xmlns:a16="http://schemas.microsoft.com/office/drawing/2014/main" id="{931E0738-FB5E-44A0-D77C-18CE1DE2046C}"/>
                </a:ext>
              </a:extLst>
            </p:cNvPr>
            <p:cNvSpPr/>
            <p:nvPr/>
          </p:nvSpPr>
          <p:spPr>
            <a:xfrm>
              <a:off x="6594533" y="924631"/>
              <a:ext cx="301600" cy="49757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423;p46">
              <a:extLst>
                <a:ext uri="{FF2B5EF4-FFF2-40B4-BE49-F238E27FC236}">
                  <a16:creationId xmlns:a16="http://schemas.microsoft.com/office/drawing/2014/main" id="{355094DD-7E7F-9E6F-7F8E-0A485D5E0C42}"/>
                </a:ext>
              </a:extLst>
            </p:cNvPr>
            <p:cNvSpPr/>
            <p:nvPr/>
          </p:nvSpPr>
          <p:spPr>
            <a:xfrm>
              <a:off x="5875411" y="1319404"/>
              <a:ext cx="200575" cy="197948"/>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424;p46">
              <a:extLst>
                <a:ext uri="{FF2B5EF4-FFF2-40B4-BE49-F238E27FC236}">
                  <a16:creationId xmlns:a16="http://schemas.microsoft.com/office/drawing/2014/main" id="{9D14F2DC-572B-F8EB-3125-6C6B0138D8E9}"/>
                </a:ext>
              </a:extLst>
            </p:cNvPr>
            <p:cNvSpPr/>
            <p:nvPr/>
          </p:nvSpPr>
          <p:spPr>
            <a:xfrm>
              <a:off x="5619684" y="3111425"/>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 name="Google Shape;1425;p46">
              <a:extLst>
                <a:ext uri="{FF2B5EF4-FFF2-40B4-BE49-F238E27FC236}">
                  <a16:creationId xmlns:a16="http://schemas.microsoft.com/office/drawing/2014/main" id="{3B418031-67FA-3D2A-A433-0D9025361D58}"/>
                </a:ext>
              </a:extLst>
            </p:cNvPr>
            <p:cNvGrpSpPr/>
            <p:nvPr/>
          </p:nvGrpSpPr>
          <p:grpSpPr>
            <a:xfrm>
              <a:off x="7530569" y="1422202"/>
              <a:ext cx="415198" cy="415198"/>
              <a:chOff x="1404969" y="1106377"/>
              <a:chExt cx="415198" cy="415198"/>
            </a:xfrm>
          </p:grpSpPr>
          <p:sp>
            <p:nvSpPr>
              <p:cNvPr id="18" name="Google Shape;1426;p46">
                <a:extLst>
                  <a:ext uri="{FF2B5EF4-FFF2-40B4-BE49-F238E27FC236}">
                    <a16:creationId xmlns:a16="http://schemas.microsoft.com/office/drawing/2014/main" id="{03A2677C-4876-4519-E67A-B8DA1B32CAB8}"/>
                  </a:ext>
                </a:extLst>
              </p:cNvPr>
              <p:cNvSpPr/>
              <p:nvPr/>
            </p:nvSpPr>
            <p:spPr>
              <a:xfrm>
                <a:off x="1404969" y="1106377"/>
                <a:ext cx="415198" cy="415198"/>
              </a:xfrm>
              <a:custGeom>
                <a:avLst/>
                <a:gdLst/>
                <a:ahLst/>
                <a:cxnLst/>
                <a:rect l="l" t="t" r="r" b="b"/>
                <a:pathLst>
                  <a:path w="474" h="474" extrusionOk="0">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427;p46">
                <a:extLst>
                  <a:ext uri="{FF2B5EF4-FFF2-40B4-BE49-F238E27FC236}">
                    <a16:creationId xmlns:a16="http://schemas.microsoft.com/office/drawing/2014/main" id="{7F4DE637-1217-2631-7669-52433B4D0AB3}"/>
                  </a:ext>
                </a:extLst>
              </p:cNvPr>
              <p:cNvSpPr/>
              <p:nvPr/>
            </p:nvSpPr>
            <p:spPr>
              <a:xfrm>
                <a:off x="1460456" y="1163778"/>
                <a:ext cx="304223" cy="299440"/>
              </a:xfrm>
              <a:custGeom>
                <a:avLst/>
                <a:gdLst/>
                <a:ahLst/>
                <a:cxnLst/>
                <a:rect l="l" t="t" r="r" b="b"/>
                <a:pathLst>
                  <a:path w="348" h="343" extrusionOk="0">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576361125"/>
      </p:ext>
    </p:extLst>
  </p:cSld>
  <p:clrMapOvr>
    <a:masterClrMapping/>
  </p:clrMapOvr>
  <mc:AlternateContent xmlns:mc="http://schemas.openxmlformats.org/markup-compatibility/2006" xmlns:p14="http://schemas.microsoft.com/office/powerpoint/2010/main">
    <mc:Choice Requires="p14">
      <p:transition spd="slow" p14:dur="1250">
        <p:strips/>
      </p:transition>
    </mc:Choice>
    <mc:Fallback xmlns="">
      <p:transition spd="slow">
        <p:strip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45"/>
          <p:cNvSpPr txBox="1">
            <a:spLocks noGrp="1"/>
          </p:cNvSpPr>
          <p:nvPr>
            <p:ph type="title"/>
          </p:nvPr>
        </p:nvSpPr>
        <p:spPr>
          <a:xfrm>
            <a:off x="720000" y="445024"/>
            <a:ext cx="4118700" cy="9799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6000" spc="-300" dirty="0"/>
              <a:t>Conclusions</a:t>
            </a:r>
            <a:endParaRPr sz="6000" spc="-300" dirty="0"/>
          </a:p>
        </p:txBody>
      </p:sp>
      <p:sp>
        <p:nvSpPr>
          <p:cNvPr id="1302" name="Google Shape;1302;p45"/>
          <p:cNvSpPr txBox="1">
            <a:spLocks noGrp="1"/>
          </p:cNvSpPr>
          <p:nvPr>
            <p:ph type="subTitle" idx="1"/>
          </p:nvPr>
        </p:nvSpPr>
        <p:spPr>
          <a:xfrm>
            <a:off x="314517" y="2586143"/>
            <a:ext cx="2936637" cy="2026332"/>
          </a:xfrm>
          <a:prstGeom prst="rect">
            <a:avLst/>
          </a:prstGeom>
        </p:spPr>
        <p:txBody>
          <a:bodyPr spcFirstLastPara="1" wrap="square" lIns="91425" tIns="91425" rIns="91425" bIns="91425" anchor="t" anchorCtr="0">
            <a:no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project predicts Carbon Monoxide (CO) concentration using machine learning models.</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Future work could involve LSTM networks and additional environmental features to improve accuracy.</a:t>
            </a:r>
          </a:p>
        </p:txBody>
      </p:sp>
      <p:sp>
        <p:nvSpPr>
          <p:cNvPr id="1303" name="Google Shape;1303;p45"/>
          <p:cNvSpPr txBox="1">
            <a:spLocks noGrp="1"/>
          </p:cNvSpPr>
          <p:nvPr>
            <p:ph type="subTitle" idx="2"/>
          </p:nvPr>
        </p:nvSpPr>
        <p:spPr>
          <a:xfrm>
            <a:off x="3251154" y="2429576"/>
            <a:ext cx="2410999" cy="2094912"/>
          </a:xfrm>
          <a:prstGeom prst="rect">
            <a:avLst/>
          </a:prstGeom>
        </p:spPr>
        <p:txBody>
          <a:bodyPr spcFirstLastPara="1" wrap="square" lIns="91425" tIns="91425" rIns="91425" bIns="91425" anchor="t" anchorCtr="0">
            <a:noAutofit/>
          </a:bodyPr>
          <a:lstStyle/>
          <a:p>
            <a:pPr marL="0" lvl="0" indent="0"/>
            <a:r>
              <a:rPr lang="en-US" dirty="0"/>
              <a:t>The model can be enhanced by incorporating real-time sensor data from IoT devices to provide continuous updates and send alerts when pollution exceeds safe level.</a:t>
            </a:r>
          </a:p>
          <a:p>
            <a:pPr marL="0" lvl="0" indent="0"/>
            <a:endParaRPr dirty="0"/>
          </a:p>
        </p:txBody>
      </p:sp>
      <p:sp>
        <p:nvSpPr>
          <p:cNvPr id="1304" name="Google Shape;1304;p45"/>
          <p:cNvSpPr txBox="1">
            <a:spLocks noGrp="1"/>
          </p:cNvSpPr>
          <p:nvPr>
            <p:ph type="subTitle" idx="3"/>
          </p:nvPr>
        </p:nvSpPr>
        <p:spPr>
          <a:xfrm>
            <a:off x="5867471" y="2406653"/>
            <a:ext cx="2359200" cy="891600"/>
          </a:xfrm>
          <a:prstGeom prst="rect">
            <a:avLst/>
          </a:prstGeom>
        </p:spPr>
        <p:txBody>
          <a:bodyPr spcFirstLastPara="1" wrap="square" lIns="91425" tIns="91425" rIns="91425" bIns="91425" anchor="t" anchorCtr="0">
            <a:noAutofit/>
          </a:bodyPr>
          <a:lstStyle/>
          <a:p>
            <a:pPr marL="0" lvl="0" indent="0"/>
            <a:r>
              <a:rPr lang="en-US" dirty="0"/>
              <a:t>Deploying the model in a web application for public and governmental use.</a:t>
            </a:r>
            <a:endParaRPr dirty="0"/>
          </a:p>
        </p:txBody>
      </p:sp>
      <p:sp>
        <p:nvSpPr>
          <p:cNvPr id="1305" name="Google Shape;1305;p45"/>
          <p:cNvSpPr txBox="1">
            <a:spLocks noGrp="1"/>
          </p:cNvSpPr>
          <p:nvPr>
            <p:ph type="subTitle" idx="4"/>
          </p:nvPr>
        </p:nvSpPr>
        <p:spPr>
          <a:xfrm>
            <a:off x="686636" y="1856268"/>
            <a:ext cx="2359200" cy="86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Summarize </a:t>
            </a:r>
            <a:endParaRPr dirty="0"/>
          </a:p>
          <a:p>
            <a:pPr marL="0" lvl="0" indent="0" algn="ctr" rtl="0">
              <a:spcBef>
                <a:spcPts val="0"/>
              </a:spcBef>
              <a:spcAft>
                <a:spcPts val="0"/>
              </a:spcAft>
              <a:buNone/>
            </a:pPr>
            <a:r>
              <a:rPr lang="en" dirty="0"/>
              <a:t>key concepts</a:t>
            </a:r>
            <a:endParaRPr dirty="0"/>
          </a:p>
        </p:txBody>
      </p:sp>
      <p:sp>
        <p:nvSpPr>
          <p:cNvPr id="1306" name="Google Shape;1306;p45"/>
          <p:cNvSpPr txBox="1">
            <a:spLocks noGrp="1"/>
          </p:cNvSpPr>
          <p:nvPr>
            <p:ph type="subTitle" idx="5"/>
          </p:nvPr>
        </p:nvSpPr>
        <p:spPr>
          <a:xfrm>
            <a:off x="3416033" y="1811065"/>
            <a:ext cx="2005627" cy="86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Real-world applications</a:t>
            </a:r>
            <a:endParaRPr dirty="0"/>
          </a:p>
        </p:txBody>
      </p:sp>
      <p:sp>
        <p:nvSpPr>
          <p:cNvPr id="1307" name="Google Shape;1307;p45"/>
          <p:cNvSpPr txBox="1">
            <a:spLocks noGrp="1"/>
          </p:cNvSpPr>
          <p:nvPr>
            <p:ph type="subTitle" idx="6"/>
          </p:nvPr>
        </p:nvSpPr>
        <p:spPr>
          <a:xfrm>
            <a:off x="6234929" y="1773172"/>
            <a:ext cx="1572574" cy="86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Preview </a:t>
            </a:r>
            <a:endParaRPr dirty="0"/>
          </a:p>
          <a:p>
            <a:pPr marL="0" lvl="0" indent="0" algn="ctr" rtl="0">
              <a:spcBef>
                <a:spcPts val="0"/>
              </a:spcBef>
              <a:spcAft>
                <a:spcPts val="0"/>
              </a:spcAft>
              <a:buNone/>
            </a:pPr>
            <a:r>
              <a:rPr lang="en" dirty="0"/>
              <a:t>next steps</a:t>
            </a:r>
            <a:endParaRPr dirty="0"/>
          </a:p>
        </p:txBody>
      </p:sp>
      <p:sp>
        <p:nvSpPr>
          <p:cNvPr id="1308" name="Google Shape;1308;p45"/>
          <p:cNvSpPr/>
          <p:nvPr/>
        </p:nvSpPr>
        <p:spPr>
          <a:xfrm>
            <a:off x="1675502" y="1474676"/>
            <a:ext cx="381468" cy="378161"/>
          </a:xfrm>
          <a:custGeom>
            <a:avLst/>
            <a:gdLst/>
            <a:ahLst/>
            <a:cxnLst/>
            <a:rect l="l" t="t" r="r" b="b"/>
            <a:pathLst>
              <a:path w="346" h="343" extrusionOk="0">
                <a:moveTo>
                  <a:pt x="204" y="262"/>
                </a:moveTo>
                <a:lnTo>
                  <a:pt x="325" y="262"/>
                </a:lnTo>
                <a:lnTo>
                  <a:pt x="325" y="141"/>
                </a:lnTo>
                <a:lnTo>
                  <a:pt x="346" y="141"/>
                </a:lnTo>
                <a:lnTo>
                  <a:pt x="294" y="62"/>
                </a:lnTo>
                <a:lnTo>
                  <a:pt x="242" y="141"/>
                </a:lnTo>
                <a:lnTo>
                  <a:pt x="265" y="141"/>
                </a:lnTo>
                <a:lnTo>
                  <a:pt x="265" y="200"/>
                </a:lnTo>
                <a:lnTo>
                  <a:pt x="204" y="200"/>
                </a:lnTo>
                <a:lnTo>
                  <a:pt x="204" y="79"/>
                </a:lnTo>
                <a:lnTo>
                  <a:pt x="227" y="79"/>
                </a:lnTo>
                <a:lnTo>
                  <a:pt x="173" y="0"/>
                </a:lnTo>
                <a:lnTo>
                  <a:pt x="121" y="79"/>
                </a:lnTo>
                <a:lnTo>
                  <a:pt x="142" y="79"/>
                </a:lnTo>
                <a:lnTo>
                  <a:pt x="142" y="200"/>
                </a:lnTo>
                <a:lnTo>
                  <a:pt x="83" y="200"/>
                </a:lnTo>
                <a:lnTo>
                  <a:pt x="83" y="141"/>
                </a:lnTo>
                <a:lnTo>
                  <a:pt x="106" y="141"/>
                </a:lnTo>
                <a:lnTo>
                  <a:pt x="52" y="62"/>
                </a:lnTo>
                <a:lnTo>
                  <a:pt x="0" y="141"/>
                </a:lnTo>
                <a:lnTo>
                  <a:pt x="21" y="141"/>
                </a:lnTo>
                <a:lnTo>
                  <a:pt x="21" y="262"/>
                </a:lnTo>
                <a:lnTo>
                  <a:pt x="142" y="262"/>
                </a:lnTo>
                <a:lnTo>
                  <a:pt x="142" y="324"/>
                </a:lnTo>
                <a:lnTo>
                  <a:pt x="0" y="324"/>
                </a:lnTo>
                <a:lnTo>
                  <a:pt x="0" y="343"/>
                </a:lnTo>
                <a:lnTo>
                  <a:pt x="346" y="343"/>
                </a:lnTo>
                <a:lnTo>
                  <a:pt x="346" y="324"/>
                </a:lnTo>
                <a:lnTo>
                  <a:pt x="204" y="324"/>
                </a:lnTo>
                <a:lnTo>
                  <a:pt x="204" y="262"/>
                </a:lnTo>
                <a:close/>
                <a:moveTo>
                  <a:pt x="42" y="240"/>
                </a:moveTo>
                <a:lnTo>
                  <a:pt x="42" y="119"/>
                </a:lnTo>
                <a:lnTo>
                  <a:pt x="38" y="119"/>
                </a:lnTo>
                <a:lnTo>
                  <a:pt x="52" y="98"/>
                </a:lnTo>
                <a:lnTo>
                  <a:pt x="68" y="119"/>
                </a:lnTo>
                <a:lnTo>
                  <a:pt x="61" y="119"/>
                </a:lnTo>
                <a:lnTo>
                  <a:pt x="61" y="221"/>
                </a:lnTo>
                <a:lnTo>
                  <a:pt x="163" y="221"/>
                </a:lnTo>
                <a:lnTo>
                  <a:pt x="163" y="60"/>
                </a:lnTo>
                <a:lnTo>
                  <a:pt x="159" y="60"/>
                </a:lnTo>
                <a:lnTo>
                  <a:pt x="173" y="36"/>
                </a:lnTo>
                <a:lnTo>
                  <a:pt x="190" y="60"/>
                </a:lnTo>
                <a:lnTo>
                  <a:pt x="182" y="60"/>
                </a:lnTo>
                <a:lnTo>
                  <a:pt x="182" y="221"/>
                </a:lnTo>
                <a:lnTo>
                  <a:pt x="284" y="221"/>
                </a:lnTo>
                <a:lnTo>
                  <a:pt x="284" y="119"/>
                </a:lnTo>
                <a:lnTo>
                  <a:pt x="280" y="119"/>
                </a:lnTo>
                <a:lnTo>
                  <a:pt x="294" y="98"/>
                </a:lnTo>
                <a:lnTo>
                  <a:pt x="308" y="119"/>
                </a:lnTo>
                <a:lnTo>
                  <a:pt x="306" y="119"/>
                </a:lnTo>
                <a:lnTo>
                  <a:pt x="306" y="240"/>
                </a:lnTo>
                <a:lnTo>
                  <a:pt x="182" y="240"/>
                </a:lnTo>
                <a:lnTo>
                  <a:pt x="182" y="324"/>
                </a:lnTo>
                <a:lnTo>
                  <a:pt x="163" y="324"/>
                </a:lnTo>
                <a:lnTo>
                  <a:pt x="163" y="240"/>
                </a:lnTo>
                <a:lnTo>
                  <a:pt x="42" y="24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09" name="Google Shape;1309;p45"/>
          <p:cNvGrpSpPr/>
          <p:nvPr/>
        </p:nvGrpSpPr>
        <p:grpSpPr>
          <a:xfrm>
            <a:off x="4214883" y="1474810"/>
            <a:ext cx="381467" cy="382570"/>
            <a:chOff x="3161893" y="3833511"/>
            <a:chExt cx="381467" cy="382570"/>
          </a:xfrm>
        </p:grpSpPr>
        <p:sp>
          <p:nvSpPr>
            <p:cNvPr id="1310" name="Google Shape;1310;p45"/>
            <p:cNvSpPr/>
            <p:nvPr/>
          </p:nvSpPr>
          <p:spPr>
            <a:xfrm>
              <a:off x="3365857" y="3833511"/>
              <a:ext cx="177504" cy="180811"/>
            </a:xfrm>
            <a:custGeom>
              <a:avLst/>
              <a:gdLst/>
              <a:ahLst/>
              <a:cxnLst/>
              <a:rect l="l" t="t" r="r" b="b"/>
              <a:pathLst>
                <a:path w="68" h="69" extrusionOk="0">
                  <a:moveTo>
                    <a:pt x="68" y="35"/>
                  </a:moveTo>
                  <a:cubicBezTo>
                    <a:pt x="68" y="16"/>
                    <a:pt x="53" y="0"/>
                    <a:pt x="33" y="0"/>
                  </a:cubicBezTo>
                  <a:cubicBezTo>
                    <a:pt x="15" y="1"/>
                    <a:pt x="0" y="16"/>
                    <a:pt x="0" y="35"/>
                  </a:cubicBezTo>
                  <a:cubicBezTo>
                    <a:pt x="0" y="69"/>
                    <a:pt x="0" y="69"/>
                    <a:pt x="0" y="69"/>
                  </a:cubicBezTo>
                  <a:cubicBezTo>
                    <a:pt x="33" y="69"/>
                    <a:pt x="33" y="69"/>
                    <a:pt x="33" y="69"/>
                  </a:cubicBezTo>
                  <a:cubicBezTo>
                    <a:pt x="52" y="69"/>
                    <a:pt x="68" y="54"/>
                    <a:pt x="68" y="35"/>
                  </a:cubicBezTo>
                  <a:close/>
                  <a:moveTo>
                    <a:pt x="8" y="35"/>
                  </a:moveTo>
                  <a:cubicBezTo>
                    <a:pt x="8" y="19"/>
                    <a:pt x="23" y="6"/>
                    <a:pt x="39" y="10"/>
                  </a:cubicBezTo>
                  <a:cubicBezTo>
                    <a:pt x="49" y="12"/>
                    <a:pt x="57" y="19"/>
                    <a:pt x="59" y="29"/>
                  </a:cubicBezTo>
                  <a:cubicBezTo>
                    <a:pt x="62" y="45"/>
                    <a:pt x="50" y="60"/>
                    <a:pt x="34" y="60"/>
                  </a:cubicBezTo>
                  <a:cubicBezTo>
                    <a:pt x="8" y="60"/>
                    <a:pt x="8" y="60"/>
                    <a:pt x="8" y="60"/>
                  </a:cubicBezTo>
                  <a:lnTo>
                    <a:pt x="8"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1" name="Google Shape;1311;p45"/>
            <p:cNvSpPr/>
            <p:nvPr/>
          </p:nvSpPr>
          <p:spPr>
            <a:xfrm>
              <a:off x="3161893" y="3833511"/>
              <a:ext cx="180811" cy="180811"/>
            </a:xfrm>
            <a:custGeom>
              <a:avLst/>
              <a:gdLst/>
              <a:ahLst/>
              <a:cxnLst/>
              <a:rect l="l" t="t" r="r" b="b"/>
              <a:pathLst>
                <a:path w="69" h="69" extrusionOk="0">
                  <a:moveTo>
                    <a:pt x="35" y="0"/>
                  </a:moveTo>
                  <a:cubicBezTo>
                    <a:pt x="16" y="0"/>
                    <a:pt x="0" y="16"/>
                    <a:pt x="1" y="35"/>
                  </a:cubicBezTo>
                  <a:cubicBezTo>
                    <a:pt x="1" y="54"/>
                    <a:pt x="16" y="69"/>
                    <a:pt x="35" y="69"/>
                  </a:cubicBezTo>
                  <a:cubicBezTo>
                    <a:pt x="69" y="69"/>
                    <a:pt x="69" y="69"/>
                    <a:pt x="69" y="69"/>
                  </a:cubicBezTo>
                  <a:cubicBezTo>
                    <a:pt x="69" y="35"/>
                    <a:pt x="69" y="35"/>
                    <a:pt x="69" y="35"/>
                  </a:cubicBezTo>
                  <a:cubicBezTo>
                    <a:pt x="69" y="16"/>
                    <a:pt x="54" y="1"/>
                    <a:pt x="35" y="0"/>
                  </a:cubicBezTo>
                  <a:close/>
                  <a:moveTo>
                    <a:pt x="60" y="60"/>
                  </a:moveTo>
                  <a:cubicBezTo>
                    <a:pt x="35" y="60"/>
                    <a:pt x="35" y="60"/>
                    <a:pt x="35" y="60"/>
                  </a:cubicBezTo>
                  <a:cubicBezTo>
                    <a:pt x="21" y="60"/>
                    <a:pt x="10" y="49"/>
                    <a:pt x="9" y="36"/>
                  </a:cubicBezTo>
                  <a:cubicBezTo>
                    <a:pt x="8" y="21"/>
                    <a:pt x="21" y="8"/>
                    <a:pt x="36" y="9"/>
                  </a:cubicBezTo>
                  <a:cubicBezTo>
                    <a:pt x="49" y="10"/>
                    <a:pt x="60" y="21"/>
                    <a:pt x="60" y="35"/>
                  </a:cubicBezTo>
                  <a:lnTo>
                    <a:pt x="60" y="6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2" name="Google Shape;1312;p45"/>
            <p:cNvSpPr/>
            <p:nvPr/>
          </p:nvSpPr>
          <p:spPr>
            <a:xfrm>
              <a:off x="3365857" y="4037474"/>
              <a:ext cx="177504" cy="178606"/>
            </a:xfrm>
            <a:custGeom>
              <a:avLst/>
              <a:gdLst/>
              <a:ahLst/>
              <a:cxnLst/>
              <a:rect l="l" t="t" r="r" b="b"/>
              <a:pathLst>
                <a:path w="68" h="68" extrusionOk="0">
                  <a:moveTo>
                    <a:pt x="33" y="0"/>
                  </a:moveTo>
                  <a:cubicBezTo>
                    <a:pt x="0" y="0"/>
                    <a:pt x="0" y="0"/>
                    <a:pt x="0" y="0"/>
                  </a:cubicBezTo>
                  <a:cubicBezTo>
                    <a:pt x="0" y="33"/>
                    <a:pt x="0" y="33"/>
                    <a:pt x="0" y="33"/>
                  </a:cubicBezTo>
                  <a:cubicBezTo>
                    <a:pt x="0" y="52"/>
                    <a:pt x="15" y="68"/>
                    <a:pt x="33" y="68"/>
                  </a:cubicBezTo>
                  <a:cubicBezTo>
                    <a:pt x="53" y="68"/>
                    <a:pt x="68" y="52"/>
                    <a:pt x="68" y="33"/>
                  </a:cubicBezTo>
                  <a:cubicBezTo>
                    <a:pt x="68" y="15"/>
                    <a:pt x="52" y="0"/>
                    <a:pt x="33" y="0"/>
                  </a:cubicBezTo>
                  <a:close/>
                  <a:moveTo>
                    <a:pt x="8" y="33"/>
                  </a:moveTo>
                  <a:cubicBezTo>
                    <a:pt x="8" y="8"/>
                    <a:pt x="8" y="8"/>
                    <a:pt x="8" y="8"/>
                  </a:cubicBezTo>
                  <a:cubicBezTo>
                    <a:pt x="34" y="8"/>
                    <a:pt x="34" y="8"/>
                    <a:pt x="34" y="8"/>
                  </a:cubicBezTo>
                  <a:cubicBezTo>
                    <a:pt x="47" y="8"/>
                    <a:pt x="59" y="19"/>
                    <a:pt x="59" y="33"/>
                  </a:cubicBezTo>
                  <a:cubicBezTo>
                    <a:pt x="60" y="48"/>
                    <a:pt x="48" y="60"/>
                    <a:pt x="33" y="59"/>
                  </a:cubicBezTo>
                  <a:cubicBezTo>
                    <a:pt x="19" y="59"/>
                    <a:pt x="8" y="47"/>
                    <a:pt x="8" y="3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3" name="Google Shape;1313;p45"/>
            <p:cNvSpPr/>
            <p:nvPr/>
          </p:nvSpPr>
          <p:spPr>
            <a:xfrm>
              <a:off x="3161893" y="4037474"/>
              <a:ext cx="180811" cy="178606"/>
            </a:xfrm>
            <a:custGeom>
              <a:avLst/>
              <a:gdLst/>
              <a:ahLst/>
              <a:cxnLst/>
              <a:rect l="l" t="t" r="r" b="b"/>
              <a:pathLst>
                <a:path w="69" h="68" extrusionOk="0">
                  <a:moveTo>
                    <a:pt x="1" y="33"/>
                  </a:moveTo>
                  <a:cubicBezTo>
                    <a:pt x="0" y="52"/>
                    <a:pt x="16" y="68"/>
                    <a:pt x="35" y="68"/>
                  </a:cubicBezTo>
                  <a:cubicBezTo>
                    <a:pt x="54" y="68"/>
                    <a:pt x="69" y="52"/>
                    <a:pt x="69" y="33"/>
                  </a:cubicBezTo>
                  <a:cubicBezTo>
                    <a:pt x="69" y="0"/>
                    <a:pt x="69" y="0"/>
                    <a:pt x="69" y="0"/>
                  </a:cubicBezTo>
                  <a:cubicBezTo>
                    <a:pt x="35" y="0"/>
                    <a:pt x="35" y="0"/>
                    <a:pt x="35" y="0"/>
                  </a:cubicBezTo>
                  <a:cubicBezTo>
                    <a:pt x="16" y="0"/>
                    <a:pt x="1" y="15"/>
                    <a:pt x="1" y="33"/>
                  </a:cubicBezTo>
                  <a:close/>
                  <a:moveTo>
                    <a:pt x="60" y="34"/>
                  </a:moveTo>
                  <a:cubicBezTo>
                    <a:pt x="60" y="50"/>
                    <a:pt x="46" y="62"/>
                    <a:pt x="29" y="59"/>
                  </a:cubicBezTo>
                  <a:cubicBezTo>
                    <a:pt x="19" y="57"/>
                    <a:pt x="12" y="49"/>
                    <a:pt x="10" y="39"/>
                  </a:cubicBezTo>
                  <a:cubicBezTo>
                    <a:pt x="6" y="23"/>
                    <a:pt x="19" y="8"/>
                    <a:pt x="35" y="8"/>
                  </a:cubicBezTo>
                  <a:cubicBezTo>
                    <a:pt x="60" y="8"/>
                    <a:pt x="60" y="8"/>
                    <a:pt x="60" y="8"/>
                  </a:cubicBezTo>
                  <a:lnTo>
                    <a:pt x="60" y="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4" name="Google Shape;1314;p45"/>
            <p:cNvSpPr/>
            <p:nvPr/>
          </p:nvSpPr>
          <p:spPr>
            <a:xfrm>
              <a:off x="3420982" y="3890841"/>
              <a:ext cx="67200" cy="21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5" name="Google Shape;1315;p45"/>
            <p:cNvSpPr/>
            <p:nvPr/>
          </p:nvSpPr>
          <p:spPr>
            <a:xfrm>
              <a:off x="3420982" y="3936044"/>
              <a:ext cx="67200" cy="21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6" name="Google Shape;1316;p45"/>
            <p:cNvSpPr/>
            <p:nvPr/>
          </p:nvSpPr>
          <p:spPr>
            <a:xfrm>
              <a:off x="3420982" y="4092600"/>
              <a:ext cx="67200" cy="24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7" name="Google Shape;1317;p45"/>
            <p:cNvSpPr/>
            <p:nvPr/>
          </p:nvSpPr>
          <p:spPr>
            <a:xfrm>
              <a:off x="3420982" y="4137803"/>
              <a:ext cx="67200" cy="23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8" name="Google Shape;1318;p45"/>
            <p:cNvSpPr/>
            <p:nvPr/>
          </p:nvSpPr>
          <p:spPr>
            <a:xfrm>
              <a:off x="3219224" y="4092600"/>
              <a:ext cx="65100" cy="24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9" name="Google Shape;1319;p45"/>
            <p:cNvSpPr/>
            <p:nvPr/>
          </p:nvSpPr>
          <p:spPr>
            <a:xfrm>
              <a:off x="3219224" y="4137803"/>
              <a:ext cx="65100" cy="23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0" name="Google Shape;1320;p45"/>
            <p:cNvSpPr/>
            <p:nvPr/>
          </p:nvSpPr>
          <p:spPr>
            <a:xfrm>
              <a:off x="3219224" y="3890841"/>
              <a:ext cx="65100" cy="21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1" name="Google Shape;1321;p45"/>
            <p:cNvSpPr/>
            <p:nvPr/>
          </p:nvSpPr>
          <p:spPr>
            <a:xfrm>
              <a:off x="3219224" y="3936044"/>
              <a:ext cx="65100" cy="21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22" name="Google Shape;1322;p45"/>
          <p:cNvGrpSpPr/>
          <p:nvPr/>
        </p:nvGrpSpPr>
        <p:grpSpPr>
          <a:xfrm>
            <a:off x="6890961" y="1464335"/>
            <a:ext cx="382570" cy="382571"/>
            <a:chOff x="2344935" y="2019884"/>
            <a:chExt cx="382570" cy="382571"/>
          </a:xfrm>
        </p:grpSpPr>
        <p:sp>
          <p:nvSpPr>
            <p:cNvPr id="1323" name="Google Shape;1323;p45"/>
            <p:cNvSpPr/>
            <p:nvPr/>
          </p:nvSpPr>
          <p:spPr>
            <a:xfrm>
              <a:off x="2481646" y="2019884"/>
              <a:ext cx="245859" cy="382571"/>
            </a:xfrm>
            <a:custGeom>
              <a:avLst/>
              <a:gdLst/>
              <a:ahLst/>
              <a:cxnLst/>
              <a:rect l="l" t="t" r="r" b="b"/>
              <a:pathLst>
                <a:path w="223" h="347" extrusionOk="0">
                  <a:moveTo>
                    <a:pt x="223" y="83"/>
                  </a:moveTo>
                  <a:lnTo>
                    <a:pt x="223" y="21"/>
                  </a:lnTo>
                  <a:lnTo>
                    <a:pt x="19" y="21"/>
                  </a:lnTo>
                  <a:lnTo>
                    <a:pt x="19" y="0"/>
                  </a:lnTo>
                  <a:lnTo>
                    <a:pt x="0" y="0"/>
                  </a:lnTo>
                  <a:lnTo>
                    <a:pt x="0" y="347"/>
                  </a:lnTo>
                  <a:lnTo>
                    <a:pt x="19" y="347"/>
                  </a:lnTo>
                  <a:lnTo>
                    <a:pt x="19" y="326"/>
                  </a:lnTo>
                  <a:lnTo>
                    <a:pt x="102" y="326"/>
                  </a:lnTo>
                  <a:lnTo>
                    <a:pt x="102" y="266"/>
                  </a:lnTo>
                  <a:lnTo>
                    <a:pt x="19" y="266"/>
                  </a:lnTo>
                  <a:lnTo>
                    <a:pt x="19" y="245"/>
                  </a:lnTo>
                  <a:lnTo>
                    <a:pt x="142" y="245"/>
                  </a:lnTo>
                  <a:lnTo>
                    <a:pt x="142" y="183"/>
                  </a:lnTo>
                  <a:lnTo>
                    <a:pt x="19" y="183"/>
                  </a:lnTo>
                  <a:lnTo>
                    <a:pt x="19" y="164"/>
                  </a:lnTo>
                  <a:lnTo>
                    <a:pt x="183" y="164"/>
                  </a:lnTo>
                  <a:lnTo>
                    <a:pt x="183" y="102"/>
                  </a:lnTo>
                  <a:lnTo>
                    <a:pt x="19" y="102"/>
                  </a:lnTo>
                  <a:lnTo>
                    <a:pt x="19" y="83"/>
                  </a:lnTo>
                  <a:lnTo>
                    <a:pt x="223" y="83"/>
                  </a:lnTo>
                  <a:close/>
                  <a:moveTo>
                    <a:pt x="202" y="43"/>
                  </a:moveTo>
                  <a:lnTo>
                    <a:pt x="202" y="62"/>
                  </a:lnTo>
                  <a:lnTo>
                    <a:pt x="19" y="62"/>
                  </a:lnTo>
                  <a:lnTo>
                    <a:pt x="19" y="43"/>
                  </a:lnTo>
                  <a:lnTo>
                    <a:pt x="202" y="43"/>
                  </a:lnTo>
                  <a:close/>
                  <a:moveTo>
                    <a:pt x="81" y="285"/>
                  </a:moveTo>
                  <a:lnTo>
                    <a:pt x="81" y="307"/>
                  </a:lnTo>
                  <a:lnTo>
                    <a:pt x="19" y="307"/>
                  </a:lnTo>
                  <a:lnTo>
                    <a:pt x="19" y="285"/>
                  </a:lnTo>
                  <a:lnTo>
                    <a:pt x="81" y="285"/>
                  </a:lnTo>
                  <a:close/>
                  <a:moveTo>
                    <a:pt x="121" y="204"/>
                  </a:moveTo>
                  <a:lnTo>
                    <a:pt x="121" y="223"/>
                  </a:lnTo>
                  <a:lnTo>
                    <a:pt x="19" y="223"/>
                  </a:lnTo>
                  <a:lnTo>
                    <a:pt x="19" y="204"/>
                  </a:lnTo>
                  <a:lnTo>
                    <a:pt x="121" y="204"/>
                  </a:lnTo>
                  <a:close/>
                  <a:moveTo>
                    <a:pt x="161" y="124"/>
                  </a:moveTo>
                  <a:lnTo>
                    <a:pt x="161" y="143"/>
                  </a:lnTo>
                  <a:lnTo>
                    <a:pt x="19" y="143"/>
                  </a:lnTo>
                  <a:lnTo>
                    <a:pt x="19" y="124"/>
                  </a:lnTo>
                  <a:lnTo>
                    <a:pt x="161" y="12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45"/>
            <p:cNvSpPr/>
            <p:nvPr/>
          </p:nvSpPr>
          <p:spPr>
            <a:xfrm>
              <a:off x="2392344" y="2043037"/>
              <a:ext cx="65100" cy="24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5" name="Google Shape;1325;p45"/>
            <p:cNvSpPr/>
            <p:nvPr/>
          </p:nvSpPr>
          <p:spPr>
            <a:xfrm>
              <a:off x="2344935" y="2043037"/>
              <a:ext cx="24000" cy="24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6" name="Google Shape;1326;p45"/>
            <p:cNvSpPr/>
            <p:nvPr/>
          </p:nvSpPr>
          <p:spPr>
            <a:xfrm>
              <a:off x="2392344" y="2088240"/>
              <a:ext cx="65100" cy="23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7" name="Google Shape;1327;p45"/>
            <p:cNvSpPr/>
            <p:nvPr/>
          </p:nvSpPr>
          <p:spPr>
            <a:xfrm>
              <a:off x="2392344" y="2132340"/>
              <a:ext cx="65100" cy="24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8" name="Google Shape;1328;p45"/>
            <p:cNvSpPr/>
            <p:nvPr/>
          </p:nvSpPr>
          <p:spPr>
            <a:xfrm>
              <a:off x="2344935" y="2132340"/>
              <a:ext cx="24000" cy="24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9" name="Google Shape;1329;p45"/>
            <p:cNvSpPr/>
            <p:nvPr/>
          </p:nvSpPr>
          <p:spPr>
            <a:xfrm>
              <a:off x="2392344" y="2177543"/>
              <a:ext cx="65100" cy="23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45"/>
            <p:cNvSpPr/>
            <p:nvPr/>
          </p:nvSpPr>
          <p:spPr>
            <a:xfrm>
              <a:off x="2392344" y="2221644"/>
              <a:ext cx="65100" cy="23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1" name="Google Shape;1331;p45"/>
            <p:cNvSpPr/>
            <p:nvPr/>
          </p:nvSpPr>
          <p:spPr>
            <a:xfrm>
              <a:off x="2344935" y="2221644"/>
              <a:ext cx="24000" cy="23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2" name="Google Shape;1332;p45"/>
            <p:cNvSpPr/>
            <p:nvPr/>
          </p:nvSpPr>
          <p:spPr>
            <a:xfrm>
              <a:off x="2392344" y="2265744"/>
              <a:ext cx="65100" cy="24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45"/>
            <p:cNvSpPr/>
            <p:nvPr/>
          </p:nvSpPr>
          <p:spPr>
            <a:xfrm>
              <a:off x="2392344" y="2313152"/>
              <a:ext cx="65100" cy="21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45"/>
            <p:cNvSpPr/>
            <p:nvPr/>
          </p:nvSpPr>
          <p:spPr>
            <a:xfrm>
              <a:off x="2344935" y="2313152"/>
              <a:ext cx="24000" cy="21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5" name="Google Shape;1335;p45"/>
            <p:cNvSpPr/>
            <p:nvPr/>
          </p:nvSpPr>
          <p:spPr>
            <a:xfrm>
              <a:off x="2392344" y="2358355"/>
              <a:ext cx="65100" cy="21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340;p46"/>
          <p:cNvSpPr txBox="1">
            <a:spLocks/>
          </p:cNvSpPr>
          <p:nvPr/>
        </p:nvSpPr>
        <p:spPr>
          <a:xfrm>
            <a:off x="464932" y="834856"/>
            <a:ext cx="3118706" cy="25646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800"/>
              <a:buFont typeface="Baloo 2 ExtraBold"/>
              <a:buNone/>
              <a:defRPr sz="4500" b="0" i="0" u="none" strike="noStrike" cap="none">
                <a:solidFill>
                  <a:schemeClr val="dk1"/>
                </a:solidFill>
                <a:latin typeface="Baloo 2 ExtraBold"/>
                <a:ea typeface="Baloo 2 ExtraBold"/>
                <a:cs typeface="Baloo 2 ExtraBold"/>
                <a:sym typeface="Baloo 2 ExtraBold"/>
              </a:defRPr>
            </a:lvl1pPr>
            <a:lvl2pPr marR="0" lvl="1"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2pPr>
            <a:lvl3pPr marR="0" lvl="2"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3pPr>
            <a:lvl4pPr marR="0" lvl="3"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4pPr>
            <a:lvl5pPr marR="0" lvl="4"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5pPr>
            <a:lvl6pPr marR="0" lvl="5"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6pPr>
            <a:lvl7pPr marR="0" lvl="6"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7pPr>
            <a:lvl8pPr marR="0" lvl="7"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8pPr>
            <a:lvl9pPr marR="0" lvl="8" algn="l" rtl="0">
              <a:lnSpc>
                <a:spcPct val="100000"/>
              </a:lnSpc>
              <a:spcBef>
                <a:spcPts val="0"/>
              </a:spcBef>
              <a:spcAft>
                <a:spcPts val="0"/>
              </a:spcAft>
              <a:buClr>
                <a:schemeClr val="dk1"/>
              </a:buClr>
              <a:buSzPts val="4800"/>
              <a:buFont typeface="Baloo 2 ExtraBold"/>
              <a:buNone/>
              <a:defRPr sz="4800" b="0" i="0" u="none" strike="noStrike" cap="none">
                <a:solidFill>
                  <a:schemeClr val="dk1"/>
                </a:solidFill>
                <a:latin typeface="Baloo 2 ExtraBold"/>
                <a:ea typeface="Baloo 2 ExtraBold"/>
                <a:cs typeface="Baloo 2 ExtraBold"/>
                <a:sym typeface="Baloo 2 ExtraBold"/>
              </a:defRPr>
            </a:lvl9pPr>
          </a:lstStyle>
          <a:p>
            <a:r>
              <a:rPr lang="en-US" sz="8000" spc="-300" dirty="0"/>
              <a:t>Thank</a:t>
            </a:r>
          </a:p>
          <a:p>
            <a:r>
              <a:rPr lang="en-US" sz="8000" spc="-300" dirty="0"/>
              <a:t>You!</a:t>
            </a:r>
          </a:p>
          <a:p>
            <a:endParaRPr lang="en-US" sz="9600" spc="-300" dirty="0"/>
          </a:p>
        </p:txBody>
      </p:sp>
      <p:sp>
        <p:nvSpPr>
          <p:cNvPr id="4" name="Google Shape;1341;p46"/>
          <p:cNvSpPr txBox="1">
            <a:spLocks/>
          </p:cNvSpPr>
          <p:nvPr/>
        </p:nvSpPr>
        <p:spPr>
          <a:xfrm>
            <a:off x="713225" y="1841450"/>
            <a:ext cx="4448100" cy="10587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p:txBody>
      </p:sp>
      <p:grpSp>
        <p:nvGrpSpPr>
          <p:cNvPr id="17" name="Google Shape;1354;p46"/>
          <p:cNvGrpSpPr/>
          <p:nvPr/>
        </p:nvGrpSpPr>
        <p:grpSpPr>
          <a:xfrm>
            <a:off x="4984885" y="952956"/>
            <a:ext cx="3460669" cy="3679360"/>
            <a:chOff x="4977785" y="924631"/>
            <a:chExt cx="3460669" cy="3679360"/>
          </a:xfrm>
        </p:grpSpPr>
        <p:grpSp>
          <p:nvGrpSpPr>
            <p:cNvPr id="18" name="Google Shape;1355;p46"/>
            <p:cNvGrpSpPr/>
            <p:nvPr/>
          </p:nvGrpSpPr>
          <p:grpSpPr>
            <a:xfrm>
              <a:off x="5409492" y="1599100"/>
              <a:ext cx="1988668" cy="1400059"/>
              <a:chOff x="3622711" y="1331469"/>
              <a:chExt cx="959226" cy="675313"/>
            </a:xfrm>
          </p:grpSpPr>
          <p:sp>
            <p:nvSpPr>
              <p:cNvPr id="76" name="Google Shape;1356;p46"/>
              <p:cNvSpPr/>
              <p:nvPr/>
            </p:nvSpPr>
            <p:spPr>
              <a:xfrm>
                <a:off x="3622711" y="1331469"/>
                <a:ext cx="959226" cy="675313"/>
              </a:xfrm>
              <a:custGeom>
                <a:avLst/>
                <a:gdLst/>
                <a:ahLst/>
                <a:cxnLst/>
                <a:rect l="l" t="t" r="r" b="b"/>
                <a:pathLst>
                  <a:path w="517" h="365" extrusionOk="0">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1357;p46"/>
              <p:cNvSpPr/>
              <p:nvPr/>
            </p:nvSpPr>
            <p:spPr>
              <a:xfrm>
                <a:off x="3728165" y="1367972"/>
                <a:ext cx="750345" cy="332586"/>
              </a:xfrm>
              <a:custGeom>
                <a:avLst/>
                <a:gdLst/>
                <a:ahLst/>
                <a:cxnLst/>
                <a:rect l="l" t="t" r="r" b="b"/>
                <a:pathLst>
                  <a:path w="370" h="164" extrusionOk="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rgbClr val="41578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1358;p46"/>
              <p:cNvSpPr/>
              <p:nvPr/>
            </p:nvSpPr>
            <p:spPr>
              <a:xfrm>
                <a:off x="3963408" y="1513985"/>
                <a:ext cx="363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1359;p46"/>
              <p:cNvSpPr/>
              <p:nvPr/>
            </p:nvSpPr>
            <p:spPr>
              <a:xfrm>
                <a:off x="4083059" y="1597131"/>
                <a:ext cx="36300" cy="387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1360;p46"/>
              <p:cNvSpPr/>
              <p:nvPr/>
            </p:nvSpPr>
            <p:spPr>
              <a:xfrm>
                <a:off x="4208792" y="1445035"/>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1361;p46"/>
              <p:cNvSpPr/>
              <p:nvPr/>
            </p:nvSpPr>
            <p:spPr>
              <a:xfrm>
                <a:off x="4332497" y="1516013"/>
                <a:ext cx="38700" cy="36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1362;p46"/>
              <p:cNvSpPr/>
              <p:nvPr/>
            </p:nvSpPr>
            <p:spPr>
              <a:xfrm>
                <a:off x="4458231" y="1351748"/>
                <a:ext cx="36300" cy="36300"/>
              </a:xfrm>
              <a:prstGeom prst="ellipse">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1363;p46"/>
              <p:cNvSpPr/>
              <p:nvPr/>
            </p:nvSpPr>
            <p:spPr>
              <a:xfrm>
                <a:off x="3709914" y="1678250"/>
                <a:ext cx="38700" cy="387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1364;p46"/>
              <p:cNvSpPr/>
              <p:nvPr/>
            </p:nvSpPr>
            <p:spPr>
              <a:xfrm>
                <a:off x="3701802" y="1765453"/>
                <a:ext cx="66923" cy="152098"/>
              </a:xfrm>
              <a:custGeom>
                <a:avLst/>
                <a:gdLst/>
                <a:ahLst/>
                <a:cxnLst/>
                <a:rect l="l" t="t" r="r" b="b"/>
                <a:pathLst>
                  <a:path w="36" h="83" extrusionOk="0">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1365;p46"/>
              <p:cNvSpPr/>
              <p:nvPr/>
            </p:nvSpPr>
            <p:spPr>
              <a:xfrm>
                <a:off x="3825507" y="1694474"/>
                <a:ext cx="66923" cy="223076"/>
              </a:xfrm>
              <a:custGeom>
                <a:avLst/>
                <a:gdLst/>
                <a:ahLst/>
                <a:cxnLst/>
                <a:rect l="l" t="t" r="r" b="b"/>
                <a:pathLst>
                  <a:path w="36" h="121" extrusionOk="0">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1366;p46"/>
              <p:cNvSpPr/>
              <p:nvPr/>
            </p:nvSpPr>
            <p:spPr>
              <a:xfrm>
                <a:off x="3947185" y="1621467"/>
                <a:ext cx="66923" cy="296083"/>
              </a:xfrm>
              <a:custGeom>
                <a:avLst/>
                <a:gdLst/>
                <a:ahLst/>
                <a:cxnLst/>
                <a:rect l="l" t="t" r="r" b="b"/>
                <a:pathLst>
                  <a:path w="36" h="160" extrusionOk="0">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1367;p46"/>
              <p:cNvSpPr/>
              <p:nvPr/>
            </p:nvSpPr>
            <p:spPr>
              <a:xfrm>
                <a:off x="4072918" y="1678250"/>
                <a:ext cx="64895" cy="239300"/>
              </a:xfrm>
              <a:custGeom>
                <a:avLst/>
                <a:gdLst/>
                <a:ahLst/>
                <a:cxnLst/>
                <a:rect l="l" t="t" r="r" b="b"/>
                <a:pathLst>
                  <a:path w="36" h="129" extrusionOk="0">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1368;p46"/>
              <p:cNvSpPr/>
              <p:nvPr/>
            </p:nvSpPr>
            <p:spPr>
              <a:xfrm>
                <a:off x="4196624" y="1548460"/>
                <a:ext cx="66923" cy="369089"/>
              </a:xfrm>
              <a:custGeom>
                <a:avLst/>
                <a:gdLst/>
                <a:ahLst/>
                <a:cxnLst/>
                <a:rect l="l" t="t" r="r" b="b"/>
                <a:pathLst>
                  <a:path w="36" h="199" extrusionOk="0">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1369;p46"/>
              <p:cNvSpPr/>
              <p:nvPr/>
            </p:nvSpPr>
            <p:spPr>
              <a:xfrm>
                <a:off x="4318302" y="1609299"/>
                <a:ext cx="66923" cy="308250"/>
              </a:xfrm>
              <a:custGeom>
                <a:avLst/>
                <a:gdLst/>
                <a:ahLst/>
                <a:cxnLst/>
                <a:rect l="l" t="t" r="r" b="b"/>
                <a:pathLst>
                  <a:path w="36" h="167" extrusionOk="0">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1370;p46"/>
              <p:cNvSpPr/>
              <p:nvPr/>
            </p:nvSpPr>
            <p:spPr>
              <a:xfrm>
                <a:off x="4442007" y="1459230"/>
                <a:ext cx="66923" cy="458319"/>
              </a:xfrm>
              <a:custGeom>
                <a:avLst/>
                <a:gdLst/>
                <a:ahLst/>
                <a:cxnLst/>
                <a:rect l="l" t="t" r="r" b="b"/>
                <a:pathLst>
                  <a:path w="36" h="248" extrusionOk="0">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 name="Google Shape;1371;p46"/>
            <p:cNvGrpSpPr/>
            <p:nvPr/>
          </p:nvGrpSpPr>
          <p:grpSpPr>
            <a:xfrm flipH="1">
              <a:off x="6979971" y="1968812"/>
              <a:ext cx="1458483" cy="2635179"/>
              <a:chOff x="5132143" y="1520276"/>
              <a:chExt cx="1241051" cy="2242324"/>
            </a:xfrm>
          </p:grpSpPr>
          <p:sp>
            <p:nvSpPr>
              <p:cNvPr id="49" name="Google Shape;1372;p46"/>
              <p:cNvSpPr/>
              <p:nvPr/>
            </p:nvSpPr>
            <p:spPr>
              <a:xfrm flipH="1">
                <a:off x="5171192" y="3562026"/>
                <a:ext cx="209023" cy="187554"/>
              </a:xfrm>
              <a:custGeom>
                <a:avLst/>
                <a:gdLst/>
                <a:ahLst/>
                <a:cxnLst/>
                <a:rect l="l" t="t" r="r" b="b"/>
                <a:pathLst>
                  <a:path w="273" h="245" extrusionOk="0">
                    <a:moveTo>
                      <a:pt x="0" y="10"/>
                    </a:moveTo>
                    <a:lnTo>
                      <a:pt x="14" y="190"/>
                    </a:lnTo>
                    <a:lnTo>
                      <a:pt x="273" y="245"/>
                    </a:lnTo>
                    <a:lnTo>
                      <a:pt x="141" y="111"/>
                    </a:lnTo>
                    <a:lnTo>
                      <a:pt x="109" y="0"/>
                    </a:lnTo>
                    <a:lnTo>
                      <a:pt x="0" y="1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1373;p46"/>
              <p:cNvSpPr/>
              <p:nvPr/>
            </p:nvSpPr>
            <p:spPr>
              <a:xfrm flipH="1">
                <a:off x="5132143" y="3634751"/>
                <a:ext cx="265681" cy="127843"/>
              </a:xfrm>
              <a:custGeom>
                <a:avLst/>
                <a:gdLst/>
                <a:ahLst/>
                <a:cxnLst/>
                <a:rect l="l" t="t" r="r" b="b"/>
                <a:pathLst>
                  <a:path w="347" h="167" extrusionOk="0">
                    <a:moveTo>
                      <a:pt x="164" y="0"/>
                    </a:moveTo>
                    <a:lnTo>
                      <a:pt x="347" y="162"/>
                    </a:lnTo>
                    <a:lnTo>
                      <a:pt x="0" y="167"/>
                    </a:lnTo>
                    <a:lnTo>
                      <a:pt x="23" y="2"/>
                    </a:lnTo>
                    <a:lnTo>
                      <a:pt x="93" y="69"/>
                    </a:lnTo>
                    <a:lnTo>
                      <a:pt x="16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1374;p46"/>
              <p:cNvSpPr/>
              <p:nvPr/>
            </p:nvSpPr>
            <p:spPr>
              <a:xfrm flipH="1">
                <a:off x="5245460" y="3649296"/>
                <a:ext cx="26798" cy="19138"/>
              </a:xfrm>
              <a:custGeom>
                <a:avLst/>
                <a:gdLst/>
                <a:ahLst/>
                <a:cxnLst/>
                <a:rect l="l" t="t" r="r" b="b"/>
                <a:pathLst>
                  <a:path w="35" h="25" extrusionOk="0">
                    <a:moveTo>
                      <a:pt x="3" y="25"/>
                    </a:moveTo>
                    <a:lnTo>
                      <a:pt x="0" y="20"/>
                    </a:lnTo>
                    <a:lnTo>
                      <a:pt x="33" y="0"/>
                    </a:lnTo>
                    <a:lnTo>
                      <a:pt x="35" y="4"/>
                    </a:lnTo>
                    <a:lnTo>
                      <a:pt x="3"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1375;p46"/>
              <p:cNvSpPr/>
              <p:nvPr/>
            </p:nvSpPr>
            <p:spPr>
              <a:xfrm flipH="1">
                <a:off x="5224021" y="3660013"/>
                <a:ext cx="26798" cy="19138"/>
              </a:xfrm>
              <a:custGeom>
                <a:avLst/>
                <a:gdLst/>
                <a:ahLst/>
                <a:cxnLst/>
                <a:rect l="l" t="t" r="r" b="b"/>
                <a:pathLst>
                  <a:path w="35" h="25" extrusionOk="0">
                    <a:moveTo>
                      <a:pt x="5" y="25"/>
                    </a:moveTo>
                    <a:lnTo>
                      <a:pt x="0" y="20"/>
                    </a:lnTo>
                    <a:lnTo>
                      <a:pt x="32" y="0"/>
                    </a:lnTo>
                    <a:lnTo>
                      <a:pt x="35" y="4"/>
                    </a:lnTo>
                    <a:lnTo>
                      <a:pt x="5" y="2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1376;p46"/>
              <p:cNvSpPr/>
              <p:nvPr/>
            </p:nvSpPr>
            <p:spPr>
              <a:xfrm flipH="1">
                <a:off x="5749192" y="3588825"/>
                <a:ext cx="205194" cy="168415"/>
              </a:xfrm>
              <a:custGeom>
                <a:avLst/>
                <a:gdLst/>
                <a:ahLst/>
                <a:cxnLst/>
                <a:rect l="l" t="t" r="r" b="b"/>
                <a:pathLst>
                  <a:path w="268" h="220" extrusionOk="0">
                    <a:moveTo>
                      <a:pt x="245" y="7"/>
                    </a:moveTo>
                    <a:lnTo>
                      <a:pt x="268" y="160"/>
                    </a:lnTo>
                    <a:lnTo>
                      <a:pt x="0" y="220"/>
                    </a:lnTo>
                    <a:lnTo>
                      <a:pt x="144" y="84"/>
                    </a:lnTo>
                    <a:lnTo>
                      <a:pt x="134" y="0"/>
                    </a:lnTo>
                    <a:lnTo>
                      <a:pt x="245" y="7"/>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1377;p46"/>
              <p:cNvSpPr/>
              <p:nvPr/>
            </p:nvSpPr>
            <p:spPr>
              <a:xfrm flipH="1">
                <a:off x="5738472" y="3645474"/>
                <a:ext cx="236587" cy="117125"/>
              </a:xfrm>
              <a:custGeom>
                <a:avLst/>
                <a:gdLst/>
                <a:ahLst/>
                <a:cxnLst/>
                <a:rect l="l" t="t" r="r" b="b"/>
                <a:pathLst>
                  <a:path w="309" h="153" extrusionOk="0">
                    <a:moveTo>
                      <a:pt x="159" y="0"/>
                    </a:moveTo>
                    <a:lnTo>
                      <a:pt x="0" y="153"/>
                    </a:lnTo>
                    <a:lnTo>
                      <a:pt x="309" y="151"/>
                    </a:lnTo>
                    <a:lnTo>
                      <a:pt x="286" y="7"/>
                    </a:lnTo>
                    <a:lnTo>
                      <a:pt x="238" y="72"/>
                    </a:lnTo>
                    <a:lnTo>
                      <a:pt x="15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1378;p46"/>
              <p:cNvSpPr/>
              <p:nvPr/>
            </p:nvSpPr>
            <p:spPr>
              <a:xfrm flipH="1">
                <a:off x="5851789" y="3660019"/>
                <a:ext cx="26032" cy="17607"/>
              </a:xfrm>
              <a:custGeom>
                <a:avLst/>
                <a:gdLst/>
                <a:ahLst/>
                <a:cxnLst/>
                <a:rect l="l" t="t" r="r" b="b"/>
                <a:pathLst>
                  <a:path w="34" h="23" extrusionOk="0">
                    <a:moveTo>
                      <a:pt x="32" y="23"/>
                    </a:moveTo>
                    <a:lnTo>
                      <a:pt x="0" y="4"/>
                    </a:lnTo>
                    <a:lnTo>
                      <a:pt x="2" y="0"/>
                    </a:lnTo>
                    <a:lnTo>
                      <a:pt x="34"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1379;p46"/>
              <p:cNvSpPr/>
              <p:nvPr/>
            </p:nvSpPr>
            <p:spPr>
              <a:xfrm flipH="1">
                <a:off x="5872461" y="3670737"/>
                <a:ext cx="26798" cy="17607"/>
              </a:xfrm>
              <a:custGeom>
                <a:avLst/>
                <a:gdLst/>
                <a:ahLst/>
                <a:cxnLst/>
                <a:rect l="l" t="t" r="r" b="b"/>
                <a:pathLst>
                  <a:path w="35" h="23" extrusionOk="0">
                    <a:moveTo>
                      <a:pt x="32" y="23"/>
                    </a:moveTo>
                    <a:lnTo>
                      <a:pt x="0" y="4"/>
                    </a:lnTo>
                    <a:lnTo>
                      <a:pt x="2" y="0"/>
                    </a:lnTo>
                    <a:lnTo>
                      <a:pt x="35" y="18"/>
                    </a:lnTo>
                    <a:lnTo>
                      <a:pt x="32" y="2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1380;p46"/>
              <p:cNvSpPr/>
              <p:nvPr/>
            </p:nvSpPr>
            <p:spPr>
              <a:xfrm rot="-633488" flipH="1">
                <a:off x="5673471" y="1766217"/>
                <a:ext cx="128195" cy="253687"/>
              </a:xfrm>
              <a:custGeom>
                <a:avLst/>
                <a:gdLst/>
                <a:ahLst/>
                <a:cxnLst/>
                <a:rect l="l" t="t" r="r" b="b"/>
                <a:pathLst>
                  <a:path w="145" h="287" extrusionOk="0">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1381;p46"/>
              <p:cNvSpPr/>
              <p:nvPr/>
            </p:nvSpPr>
            <p:spPr>
              <a:xfrm>
                <a:off x="5738480" y="1670962"/>
                <a:ext cx="0" cy="1720"/>
              </a:xfrm>
              <a:custGeom>
                <a:avLst/>
                <a:gdLst/>
                <a:ahLst/>
                <a:cxnLst/>
                <a:rect l="l" t="t" r="r" b="b"/>
                <a:pathLst>
                  <a:path w="120000" h="1" extrusionOk="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1382;p46"/>
              <p:cNvSpPr/>
              <p:nvPr/>
            </p:nvSpPr>
            <p:spPr>
              <a:xfrm rot="-633489" flipH="1">
                <a:off x="5671050" y="1807722"/>
                <a:ext cx="125496" cy="130217"/>
              </a:xfrm>
              <a:custGeom>
                <a:avLst/>
                <a:gdLst/>
                <a:ahLst/>
                <a:cxnLst/>
                <a:rect l="l" t="t" r="r" b="b"/>
                <a:pathLst>
                  <a:path w="142" h="148" extrusionOk="0">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1383;p46"/>
              <p:cNvSpPr/>
              <p:nvPr/>
            </p:nvSpPr>
            <p:spPr>
              <a:xfrm rot="-633481" flipH="1">
                <a:off x="5635960" y="1614358"/>
                <a:ext cx="237497" cy="284723"/>
              </a:xfrm>
              <a:custGeom>
                <a:avLst/>
                <a:gdLst/>
                <a:ahLst/>
                <a:cxnLst/>
                <a:rect l="l" t="t" r="r" b="b"/>
                <a:pathLst>
                  <a:path w="269" h="322" extrusionOk="0">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1384;p46"/>
              <p:cNvSpPr/>
              <p:nvPr/>
            </p:nvSpPr>
            <p:spPr>
              <a:xfrm rot="-633479" flipH="1">
                <a:off x="5700559" y="1773589"/>
                <a:ext cx="39808" cy="22265"/>
              </a:xfrm>
              <a:custGeom>
                <a:avLst/>
                <a:gdLst/>
                <a:ahLst/>
                <a:cxnLst/>
                <a:rect l="l" t="t" r="r" b="b"/>
                <a:pathLst>
                  <a:path w="45" h="25" extrusionOk="0">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1385;p46"/>
              <p:cNvSpPr/>
              <p:nvPr/>
            </p:nvSpPr>
            <p:spPr>
              <a:xfrm rot="-633483" flipH="1">
                <a:off x="5851296" y="1772282"/>
                <a:ext cx="24290" cy="16193"/>
              </a:xfrm>
              <a:custGeom>
                <a:avLst/>
                <a:gdLst/>
                <a:ahLst/>
                <a:cxnLst/>
                <a:rect l="l" t="t" r="r" b="b"/>
                <a:pathLst>
                  <a:path w="27" h="18" extrusionOk="0">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1386;p46"/>
              <p:cNvSpPr/>
              <p:nvPr/>
            </p:nvSpPr>
            <p:spPr>
              <a:xfrm rot="-633483" flipH="1">
                <a:off x="5827115" y="1742475"/>
                <a:ext cx="18892" cy="37783"/>
              </a:xfrm>
              <a:custGeom>
                <a:avLst/>
                <a:gdLst/>
                <a:ahLst/>
                <a:cxnLst/>
                <a:rect l="l" t="t" r="r" b="b"/>
                <a:pathLst>
                  <a:path w="21" h="43" extrusionOk="0">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1387;p46"/>
              <p:cNvSpPr/>
              <p:nvPr/>
            </p:nvSpPr>
            <p:spPr>
              <a:xfrm rot="-633483" flipH="1">
                <a:off x="5761344" y="1743130"/>
                <a:ext cx="18217" cy="37783"/>
              </a:xfrm>
              <a:custGeom>
                <a:avLst/>
                <a:gdLst/>
                <a:ahLst/>
                <a:cxnLst/>
                <a:rect l="l" t="t" r="r" b="b"/>
                <a:pathLst>
                  <a:path w="20" h="43" extrusionOk="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1388;p46"/>
              <p:cNvSpPr/>
              <p:nvPr/>
            </p:nvSpPr>
            <p:spPr>
              <a:xfrm rot="-633481" flipH="1">
                <a:off x="5716394" y="1692684"/>
                <a:ext cx="62073" cy="57349"/>
              </a:xfrm>
              <a:custGeom>
                <a:avLst/>
                <a:gdLst/>
                <a:ahLst/>
                <a:cxnLst/>
                <a:rect l="l" t="t" r="r" b="b"/>
                <a:pathLst>
                  <a:path w="70" h="65" extrusionOk="0">
                    <a:moveTo>
                      <a:pt x="0" y="51"/>
                    </a:moveTo>
                    <a:cubicBezTo>
                      <a:pt x="0" y="51"/>
                      <a:pt x="36" y="30"/>
                      <a:pt x="70" y="65"/>
                    </a:cubicBezTo>
                    <a:cubicBezTo>
                      <a:pt x="70" y="65"/>
                      <a:pt x="32" y="0"/>
                      <a:pt x="0" y="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1389;p46"/>
              <p:cNvSpPr/>
              <p:nvPr/>
            </p:nvSpPr>
            <p:spPr>
              <a:xfrm rot="-633480" flipH="1">
                <a:off x="5819509" y="1698490"/>
                <a:ext cx="43181" cy="49253"/>
              </a:xfrm>
              <a:custGeom>
                <a:avLst/>
                <a:gdLst/>
                <a:ahLst/>
                <a:cxnLst/>
                <a:rect l="l" t="t" r="r" b="b"/>
                <a:pathLst>
                  <a:path w="49" h="56" extrusionOk="0">
                    <a:moveTo>
                      <a:pt x="49" y="30"/>
                    </a:moveTo>
                    <a:cubicBezTo>
                      <a:pt x="49" y="30"/>
                      <a:pt x="16" y="24"/>
                      <a:pt x="0" y="56"/>
                    </a:cubicBezTo>
                    <a:cubicBezTo>
                      <a:pt x="0" y="56"/>
                      <a:pt x="14" y="0"/>
                      <a:pt x="49"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1390;p46"/>
              <p:cNvSpPr/>
              <p:nvPr/>
            </p:nvSpPr>
            <p:spPr>
              <a:xfrm rot="-633491" flipH="1">
                <a:off x="5600603" y="1703363"/>
                <a:ext cx="85216" cy="148277"/>
              </a:xfrm>
              <a:custGeom>
                <a:avLst/>
                <a:gdLst/>
                <a:ahLst/>
                <a:cxnLst/>
                <a:rect l="l" t="t" r="r" b="b"/>
                <a:pathLst>
                  <a:path w="76" h="133" extrusionOk="0">
                    <a:moveTo>
                      <a:pt x="0" y="50"/>
                    </a:moveTo>
                    <a:cubicBezTo>
                      <a:pt x="0" y="50"/>
                      <a:pt x="7" y="8"/>
                      <a:pt x="32" y="4"/>
                    </a:cubicBezTo>
                    <a:cubicBezTo>
                      <a:pt x="58" y="0"/>
                      <a:pt x="76" y="133"/>
                      <a:pt x="6" y="92"/>
                    </a:cubicBezTo>
                    <a:lnTo>
                      <a:pt x="0" y="50"/>
                    </a:lnTo>
                    <a:close/>
                  </a:path>
                </a:pathLst>
              </a:custGeom>
              <a:solidFill>
                <a:srgbClr val="B472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1391;p46"/>
              <p:cNvSpPr/>
              <p:nvPr/>
            </p:nvSpPr>
            <p:spPr>
              <a:xfrm rot="-633480" flipH="1">
                <a:off x="5591390" y="1546767"/>
                <a:ext cx="311041" cy="236819"/>
              </a:xfrm>
              <a:custGeom>
                <a:avLst/>
                <a:gdLst/>
                <a:ahLst/>
                <a:cxnLst/>
                <a:rect l="l" t="t" r="r" b="b"/>
                <a:pathLst>
                  <a:path w="352" h="268" extrusionOk="0">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1392;p46"/>
              <p:cNvSpPr/>
              <p:nvPr/>
            </p:nvSpPr>
            <p:spPr>
              <a:xfrm flipH="1">
                <a:off x="6014420" y="2256924"/>
                <a:ext cx="358774" cy="165973"/>
              </a:xfrm>
              <a:custGeom>
                <a:avLst/>
                <a:gdLst/>
                <a:ahLst/>
                <a:cxnLst/>
                <a:rect l="l" t="t" r="r" b="b"/>
                <a:pathLst>
                  <a:path w="350879" h="162321" extrusionOk="0">
                    <a:moveTo>
                      <a:pt x="350880" y="72485"/>
                    </a:moveTo>
                    <a:cubicBezTo>
                      <a:pt x="320971" y="49244"/>
                      <a:pt x="291634" y="25146"/>
                      <a:pt x="263154" y="0"/>
                    </a:cubicBezTo>
                    <a:lnTo>
                      <a:pt x="154188" y="57912"/>
                    </a:lnTo>
                    <a:lnTo>
                      <a:pt x="146283" y="61531"/>
                    </a:lnTo>
                    <a:cubicBezTo>
                      <a:pt x="145616" y="62103"/>
                      <a:pt x="144854" y="62674"/>
                      <a:pt x="144187" y="63246"/>
                    </a:cubicBezTo>
                    <a:lnTo>
                      <a:pt x="133519" y="68866"/>
                    </a:lnTo>
                    <a:cubicBezTo>
                      <a:pt x="132567" y="69247"/>
                      <a:pt x="131805" y="69818"/>
                      <a:pt x="131043" y="70485"/>
                    </a:cubicBezTo>
                    <a:cubicBezTo>
                      <a:pt x="118184" y="73628"/>
                      <a:pt x="49604" y="90869"/>
                      <a:pt x="39412" y="98298"/>
                    </a:cubicBezTo>
                    <a:cubicBezTo>
                      <a:pt x="22077" y="102203"/>
                      <a:pt x="1788" y="107251"/>
                      <a:pt x="74" y="111442"/>
                    </a:cubicBezTo>
                    <a:cubicBezTo>
                      <a:pt x="-2212" y="117157"/>
                      <a:pt x="49223" y="113824"/>
                      <a:pt x="62558" y="114300"/>
                    </a:cubicBezTo>
                    <a:lnTo>
                      <a:pt x="65034" y="115633"/>
                    </a:lnTo>
                    <a:cubicBezTo>
                      <a:pt x="60939" y="118777"/>
                      <a:pt x="37317" y="126873"/>
                      <a:pt x="37317" y="126873"/>
                    </a:cubicBezTo>
                    <a:cubicBezTo>
                      <a:pt x="36174" y="127349"/>
                      <a:pt x="3503" y="140779"/>
                      <a:pt x="8646" y="145066"/>
                    </a:cubicBezTo>
                    <a:cubicBezTo>
                      <a:pt x="13790" y="149447"/>
                      <a:pt x="87323" y="125063"/>
                      <a:pt x="71892" y="130302"/>
                    </a:cubicBezTo>
                    <a:cubicBezTo>
                      <a:pt x="70845" y="130683"/>
                      <a:pt x="9408" y="148209"/>
                      <a:pt x="15123" y="155829"/>
                    </a:cubicBezTo>
                    <a:cubicBezTo>
                      <a:pt x="18933" y="160877"/>
                      <a:pt x="73702" y="144113"/>
                      <a:pt x="76274" y="144685"/>
                    </a:cubicBezTo>
                    <a:cubicBezTo>
                      <a:pt x="78846" y="145256"/>
                      <a:pt x="29697" y="154972"/>
                      <a:pt x="34173" y="161449"/>
                    </a:cubicBezTo>
                    <a:cubicBezTo>
                      <a:pt x="36174" y="164211"/>
                      <a:pt x="60748" y="159734"/>
                      <a:pt x="68749" y="157448"/>
                    </a:cubicBezTo>
                    <a:cubicBezTo>
                      <a:pt x="75702" y="155448"/>
                      <a:pt x="98277" y="149542"/>
                      <a:pt x="133233" y="138113"/>
                    </a:cubicBezTo>
                    <a:cubicBezTo>
                      <a:pt x="172476" y="129254"/>
                      <a:pt x="266774" y="106013"/>
                      <a:pt x="350880" y="72485"/>
                    </a:cubicBez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1393;p46"/>
              <p:cNvSpPr/>
              <p:nvPr/>
            </p:nvSpPr>
            <p:spPr>
              <a:xfrm flipH="1">
                <a:off x="5807241" y="1918418"/>
                <a:ext cx="314098" cy="447837"/>
              </a:xfrm>
              <a:custGeom>
                <a:avLst/>
                <a:gdLst/>
                <a:ahLst/>
                <a:cxnLst/>
                <a:rect l="l" t="t" r="r" b="b"/>
                <a:pathLst>
                  <a:path w="307186" h="437982" extrusionOk="0">
                    <a:moveTo>
                      <a:pt x="206026" y="37552"/>
                    </a:moveTo>
                    <a:cubicBezTo>
                      <a:pt x="183070" y="84415"/>
                      <a:pt x="98965" y="280725"/>
                      <a:pt x="98965" y="280725"/>
                    </a:cubicBezTo>
                    <a:lnTo>
                      <a:pt x="0" y="336066"/>
                    </a:lnTo>
                    <a:lnTo>
                      <a:pt x="65532" y="437983"/>
                    </a:lnTo>
                    <a:cubicBezTo>
                      <a:pt x="65532" y="437983"/>
                      <a:pt x="158687" y="416171"/>
                      <a:pt x="205264" y="373880"/>
                    </a:cubicBezTo>
                    <a:cubicBezTo>
                      <a:pt x="250222" y="333208"/>
                      <a:pt x="307848" y="64984"/>
                      <a:pt x="307181" y="976"/>
                    </a:cubicBezTo>
                    <a:cubicBezTo>
                      <a:pt x="307181" y="976"/>
                      <a:pt x="228981" y="-9406"/>
                      <a:pt x="206026" y="3755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1394;p46"/>
              <p:cNvSpPr/>
              <p:nvPr/>
            </p:nvSpPr>
            <p:spPr>
              <a:xfrm flipH="1">
                <a:off x="5256844" y="2341951"/>
                <a:ext cx="706081" cy="1266029"/>
              </a:xfrm>
              <a:custGeom>
                <a:avLst/>
                <a:gdLst/>
                <a:ahLst/>
                <a:cxnLst/>
                <a:rect l="l" t="t" r="r" b="b"/>
                <a:pathLst>
                  <a:path w="690544" h="1529945" extrusionOk="0">
                    <a:moveTo>
                      <a:pt x="380506" y="10668"/>
                    </a:moveTo>
                    <a:cubicBezTo>
                      <a:pt x="423845" y="87344"/>
                      <a:pt x="446800" y="143542"/>
                      <a:pt x="471755" y="241078"/>
                    </a:cubicBezTo>
                    <a:cubicBezTo>
                      <a:pt x="500711" y="354139"/>
                      <a:pt x="676924" y="1310830"/>
                      <a:pt x="690545" y="1516475"/>
                    </a:cubicBezTo>
                    <a:cubicBezTo>
                      <a:pt x="654921" y="1525048"/>
                      <a:pt x="554909" y="1523810"/>
                      <a:pt x="532334" y="1522571"/>
                    </a:cubicBezTo>
                    <a:cubicBezTo>
                      <a:pt x="460706" y="1317307"/>
                      <a:pt x="303163" y="639128"/>
                      <a:pt x="272492" y="509778"/>
                    </a:cubicBezTo>
                    <a:cubicBezTo>
                      <a:pt x="267730" y="489871"/>
                      <a:pt x="237059" y="494252"/>
                      <a:pt x="239441" y="514540"/>
                    </a:cubicBezTo>
                    <a:cubicBezTo>
                      <a:pt x="256871" y="662273"/>
                      <a:pt x="168670" y="1295781"/>
                      <a:pt x="215438" y="1522952"/>
                    </a:cubicBezTo>
                    <a:cubicBezTo>
                      <a:pt x="196769" y="1532477"/>
                      <a:pt x="83802" y="1530382"/>
                      <a:pt x="62180" y="1527620"/>
                    </a:cubicBezTo>
                    <a:cubicBezTo>
                      <a:pt x="38749" y="1274254"/>
                      <a:pt x="-85933" y="315278"/>
                      <a:pt x="102185" y="4381"/>
                    </a:cubicBezTo>
                    <a:cubicBezTo>
                      <a:pt x="188291" y="-7430"/>
                      <a:pt x="293257" y="8096"/>
                      <a:pt x="380506" y="1066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1395;p46"/>
              <p:cNvSpPr/>
              <p:nvPr/>
            </p:nvSpPr>
            <p:spPr>
              <a:xfrm flipH="1">
                <a:off x="5468122" y="1896751"/>
                <a:ext cx="437178" cy="613196"/>
              </a:xfrm>
              <a:custGeom>
                <a:avLst/>
                <a:gdLst/>
                <a:ahLst/>
                <a:cxnLst/>
                <a:rect l="l" t="t" r="r" b="b"/>
                <a:pathLst>
                  <a:path w="427558" h="457609" extrusionOk="0">
                    <a:moveTo>
                      <a:pt x="83135" y="23717"/>
                    </a:moveTo>
                    <a:cubicBezTo>
                      <a:pt x="85611" y="29813"/>
                      <a:pt x="-2971" y="218599"/>
                      <a:pt x="77" y="278130"/>
                    </a:cubicBezTo>
                    <a:cubicBezTo>
                      <a:pt x="3125" y="338137"/>
                      <a:pt x="44082" y="439102"/>
                      <a:pt x="40844" y="448056"/>
                    </a:cubicBezTo>
                    <a:cubicBezTo>
                      <a:pt x="40844" y="448056"/>
                      <a:pt x="170765" y="476250"/>
                      <a:pt x="427559" y="435769"/>
                    </a:cubicBezTo>
                    <a:cubicBezTo>
                      <a:pt x="411176" y="289465"/>
                      <a:pt x="353740" y="140494"/>
                      <a:pt x="327261" y="66199"/>
                    </a:cubicBezTo>
                    <a:cubicBezTo>
                      <a:pt x="327261" y="66199"/>
                      <a:pt x="245250" y="1619"/>
                      <a:pt x="223533" y="0"/>
                    </a:cubicBezTo>
                    <a:cubicBezTo>
                      <a:pt x="223438" y="0"/>
                      <a:pt x="184386" y="53816"/>
                      <a:pt x="83135" y="237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1396;p46"/>
              <p:cNvSpPr/>
              <p:nvPr/>
            </p:nvSpPr>
            <p:spPr>
              <a:xfrm flipH="1">
                <a:off x="5880077" y="2029496"/>
                <a:ext cx="379532" cy="276607"/>
              </a:xfrm>
              <a:custGeom>
                <a:avLst/>
                <a:gdLst/>
                <a:ahLst/>
                <a:cxnLst/>
                <a:rect l="l" t="t" r="r" b="b"/>
                <a:pathLst>
                  <a:path w="371180" h="270520" extrusionOk="0">
                    <a:moveTo>
                      <a:pt x="371180" y="270521"/>
                    </a:moveTo>
                    <a:lnTo>
                      <a:pt x="310030" y="68877"/>
                    </a:lnTo>
                    <a:cubicBezTo>
                      <a:pt x="304981" y="52208"/>
                      <a:pt x="291265" y="39730"/>
                      <a:pt x="274216" y="36111"/>
                    </a:cubicBezTo>
                    <a:lnTo>
                      <a:pt x="26470" y="487"/>
                    </a:lnTo>
                    <a:cubicBezTo>
                      <a:pt x="10183" y="-2942"/>
                      <a:pt x="-3819" y="12298"/>
                      <a:pt x="943" y="28300"/>
                    </a:cubicBezTo>
                    <a:lnTo>
                      <a:pt x="52664" y="201750"/>
                    </a:lnTo>
                    <a:cubicBezTo>
                      <a:pt x="54950" y="209371"/>
                      <a:pt x="61046" y="215086"/>
                      <a:pt x="68761" y="216895"/>
                    </a:cubicBezTo>
                    <a:lnTo>
                      <a:pt x="371180" y="2705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1397;p46"/>
              <p:cNvSpPr/>
              <p:nvPr/>
            </p:nvSpPr>
            <p:spPr>
              <a:xfrm flipH="1">
                <a:off x="5793761" y="2148459"/>
                <a:ext cx="242121" cy="229775"/>
              </a:xfrm>
              <a:custGeom>
                <a:avLst/>
                <a:gdLst/>
                <a:ahLst/>
                <a:cxnLst/>
                <a:rect l="l" t="t" r="r" b="b"/>
                <a:pathLst>
                  <a:path w="236793" h="224719" extrusionOk="0">
                    <a:moveTo>
                      <a:pt x="204980" y="224720"/>
                    </a:moveTo>
                    <a:cubicBezTo>
                      <a:pt x="99158" y="152235"/>
                      <a:pt x="39626" y="95371"/>
                      <a:pt x="28292" y="85369"/>
                    </a:cubicBezTo>
                    <a:cubicBezTo>
                      <a:pt x="21815" y="79654"/>
                      <a:pt x="4098" y="60319"/>
                      <a:pt x="5527" y="57080"/>
                    </a:cubicBezTo>
                    <a:cubicBezTo>
                      <a:pt x="8861" y="49650"/>
                      <a:pt x="44865" y="87750"/>
                      <a:pt x="44008" y="85179"/>
                    </a:cubicBezTo>
                    <a:cubicBezTo>
                      <a:pt x="43055" y="82702"/>
                      <a:pt x="-2379" y="43269"/>
                      <a:pt x="98" y="37268"/>
                    </a:cubicBezTo>
                    <a:cubicBezTo>
                      <a:pt x="3908" y="28124"/>
                      <a:pt x="53819" y="72891"/>
                      <a:pt x="54676" y="73654"/>
                    </a:cubicBezTo>
                    <a:cubicBezTo>
                      <a:pt x="67916" y="84512"/>
                      <a:pt x="5241" y="32696"/>
                      <a:pt x="6289" y="25743"/>
                    </a:cubicBezTo>
                    <a:cubicBezTo>
                      <a:pt x="7337" y="18885"/>
                      <a:pt x="37626" y="40506"/>
                      <a:pt x="38674" y="41269"/>
                    </a:cubicBezTo>
                    <a:cubicBezTo>
                      <a:pt x="38674" y="41269"/>
                      <a:pt x="63439" y="61366"/>
                      <a:pt x="65344" y="59842"/>
                    </a:cubicBezTo>
                    <a:cubicBezTo>
                      <a:pt x="67154" y="58318"/>
                      <a:pt x="24672" y="1168"/>
                      <a:pt x="32102" y="25"/>
                    </a:cubicBezTo>
                    <a:cubicBezTo>
                      <a:pt x="39531" y="-1118"/>
                      <a:pt x="74393" y="36982"/>
                      <a:pt x="82965" y="45079"/>
                    </a:cubicBezTo>
                    <a:cubicBezTo>
                      <a:pt x="91538" y="53175"/>
                      <a:pt x="106587" y="61080"/>
                      <a:pt x="111445" y="60319"/>
                    </a:cubicBezTo>
                    <a:cubicBezTo>
                      <a:pt x="115541" y="59652"/>
                      <a:pt x="118970" y="41745"/>
                      <a:pt x="114874" y="32601"/>
                    </a:cubicBezTo>
                    <a:cubicBezTo>
                      <a:pt x="114874" y="32601"/>
                      <a:pt x="135829" y="54604"/>
                      <a:pt x="142211" y="73082"/>
                    </a:cubicBezTo>
                    <a:cubicBezTo>
                      <a:pt x="145544" y="82797"/>
                      <a:pt x="147640" y="95180"/>
                      <a:pt x="147640" y="95180"/>
                    </a:cubicBezTo>
                    <a:lnTo>
                      <a:pt x="236794" y="154045"/>
                    </a:lnTo>
                    <a:lnTo>
                      <a:pt x="204980" y="224720"/>
                    </a:lnTo>
                    <a:close/>
                  </a:path>
                </a:pathLst>
              </a:custGeom>
              <a:solidFill>
                <a:srgbClr val="B472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1398;p46"/>
              <p:cNvSpPr/>
              <p:nvPr/>
            </p:nvSpPr>
            <p:spPr>
              <a:xfrm flipH="1">
                <a:off x="5512087" y="1963933"/>
                <a:ext cx="419411" cy="509509"/>
              </a:xfrm>
              <a:custGeom>
                <a:avLst/>
                <a:gdLst/>
                <a:ahLst/>
                <a:cxnLst/>
                <a:rect l="l" t="t" r="r" b="b"/>
                <a:pathLst>
                  <a:path w="410182" h="498297" extrusionOk="0">
                    <a:moveTo>
                      <a:pt x="283369" y="73313"/>
                    </a:moveTo>
                    <a:cubicBezTo>
                      <a:pt x="283369" y="73313"/>
                      <a:pt x="306419" y="-21556"/>
                      <a:pt x="348996" y="4543"/>
                    </a:cubicBezTo>
                    <a:cubicBezTo>
                      <a:pt x="421100" y="48644"/>
                      <a:pt x="449866" y="263051"/>
                      <a:pt x="319564" y="482984"/>
                    </a:cubicBezTo>
                    <a:cubicBezTo>
                      <a:pt x="277273" y="554326"/>
                      <a:pt x="0" y="353253"/>
                      <a:pt x="0" y="353253"/>
                    </a:cubicBezTo>
                    <a:lnTo>
                      <a:pt x="65627" y="250288"/>
                    </a:lnTo>
                    <a:lnTo>
                      <a:pt x="215360" y="343252"/>
                    </a:lnTo>
                    <a:lnTo>
                      <a:pt x="283369" y="7331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 name="Google Shape;1399;p46"/>
            <p:cNvGrpSpPr/>
            <p:nvPr/>
          </p:nvGrpSpPr>
          <p:grpSpPr>
            <a:xfrm>
              <a:off x="4977785" y="1035662"/>
              <a:ext cx="676370" cy="1142272"/>
              <a:chOff x="2757910" y="1240337"/>
              <a:chExt cx="676370" cy="1142272"/>
            </a:xfrm>
          </p:grpSpPr>
          <p:sp>
            <p:nvSpPr>
              <p:cNvPr id="41" name="Google Shape;1400;p46"/>
              <p:cNvSpPr/>
              <p:nvPr/>
            </p:nvSpPr>
            <p:spPr>
              <a:xfrm>
                <a:off x="2757910" y="1240337"/>
                <a:ext cx="676370" cy="870576"/>
              </a:xfrm>
              <a:custGeom>
                <a:avLst/>
                <a:gdLst/>
                <a:ahLst/>
                <a:cxnLst/>
                <a:rect l="l" t="t" r="r" b="b"/>
                <a:pathLst>
                  <a:path w="774" h="996" extrusionOk="0">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1401;p46"/>
              <p:cNvSpPr/>
              <p:nvPr/>
            </p:nvSpPr>
            <p:spPr>
              <a:xfrm>
                <a:off x="2940636" y="2078385"/>
                <a:ext cx="320487" cy="227689"/>
              </a:xfrm>
              <a:custGeom>
                <a:avLst/>
                <a:gdLst/>
                <a:ahLst/>
                <a:cxnLst/>
                <a:rect l="l" t="t" r="r" b="b"/>
                <a:pathLst>
                  <a:path w="335" h="238" extrusionOk="0">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1402;p46"/>
              <p:cNvSpPr/>
              <p:nvPr/>
            </p:nvSpPr>
            <p:spPr>
              <a:xfrm>
                <a:off x="2924372" y="1697628"/>
                <a:ext cx="322400" cy="369276"/>
              </a:xfrm>
              <a:custGeom>
                <a:avLst/>
                <a:gdLst/>
                <a:ahLst/>
                <a:cxnLst/>
                <a:rect l="l" t="t" r="r" b="b"/>
                <a:pathLst>
                  <a:path w="369" h="422" extrusionOk="0">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1403;p46"/>
              <p:cNvSpPr/>
              <p:nvPr/>
            </p:nvSpPr>
            <p:spPr>
              <a:xfrm>
                <a:off x="2942549" y="1733025"/>
                <a:ext cx="304223" cy="323357"/>
              </a:xfrm>
              <a:custGeom>
                <a:avLst/>
                <a:gdLst/>
                <a:ahLst/>
                <a:cxnLst/>
                <a:rect l="l" t="t" r="r" b="b"/>
                <a:pathLst>
                  <a:path w="348" h="369" extrusionOk="0">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1404;p46"/>
              <p:cNvSpPr/>
              <p:nvPr/>
            </p:nvSpPr>
            <p:spPr>
              <a:xfrm>
                <a:off x="2904282" y="2056382"/>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1405;p46"/>
              <p:cNvSpPr/>
              <p:nvPr/>
            </p:nvSpPr>
            <p:spPr>
              <a:xfrm>
                <a:off x="2904282" y="2118566"/>
                <a:ext cx="393194" cy="41137"/>
              </a:xfrm>
              <a:custGeom>
                <a:avLst/>
                <a:gdLst/>
                <a:ahLst/>
                <a:cxnLst/>
                <a:rect l="l" t="t" r="r" b="b"/>
                <a:pathLst>
                  <a:path w="450" h="47" extrusionOk="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1406;p46"/>
              <p:cNvSpPr/>
              <p:nvPr/>
            </p:nvSpPr>
            <p:spPr>
              <a:xfrm>
                <a:off x="2904282" y="2181706"/>
                <a:ext cx="393194" cy="40180"/>
              </a:xfrm>
              <a:custGeom>
                <a:avLst/>
                <a:gdLst/>
                <a:ahLst/>
                <a:cxnLst/>
                <a:rect l="l" t="t" r="r" b="b"/>
                <a:pathLst>
                  <a:path w="450" h="46" extrusionOk="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1407;p46"/>
              <p:cNvSpPr/>
              <p:nvPr/>
            </p:nvSpPr>
            <p:spPr>
              <a:xfrm>
                <a:off x="3026737" y="2306074"/>
                <a:ext cx="148285" cy="76534"/>
              </a:xfrm>
              <a:custGeom>
                <a:avLst/>
                <a:gdLst/>
                <a:ahLst/>
                <a:cxnLst/>
                <a:rect l="l" t="t" r="r" b="b"/>
                <a:pathLst>
                  <a:path w="170" h="87" extrusionOk="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 name="Google Shape;1408;p46"/>
            <p:cNvGrpSpPr/>
            <p:nvPr/>
          </p:nvGrpSpPr>
          <p:grpSpPr>
            <a:xfrm>
              <a:off x="5954721" y="2930236"/>
              <a:ext cx="821542" cy="769820"/>
              <a:chOff x="1932280" y="1331475"/>
              <a:chExt cx="637200" cy="597084"/>
            </a:xfrm>
          </p:grpSpPr>
          <p:sp>
            <p:nvSpPr>
              <p:cNvPr id="29" name="Google Shape;1409;p46"/>
              <p:cNvSpPr/>
              <p:nvPr/>
            </p:nvSpPr>
            <p:spPr>
              <a:xfrm>
                <a:off x="1932280" y="1393658"/>
                <a:ext cx="637200" cy="53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1410;p46"/>
              <p:cNvSpPr/>
              <p:nvPr/>
            </p:nvSpPr>
            <p:spPr>
              <a:xfrm>
                <a:off x="2033687" y="1869127"/>
                <a:ext cx="993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1411;p46"/>
              <p:cNvSpPr/>
              <p:nvPr/>
            </p:nvSpPr>
            <p:spPr>
              <a:xfrm>
                <a:off x="1977243" y="1857647"/>
                <a:ext cx="38400" cy="39300"/>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1412;p46"/>
              <p:cNvSpPr/>
              <p:nvPr/>
            </p:nvSpPr>
            <p:spPr>
              <a:xfrm>
                <a:off x="2432621" y="1869127"/>
                <a:ext cx="100500" cy="16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1413;p46"/>
              <p:cNvSpPr/>
              <p:nvPr/>
            </p:nvSpPr>
            <p:spPr>
              <a:xfrm>
                <a:off x="2377133" y="1857647"/>
                <a:ext cx="39300" cy="393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1414;p46"/>
              <p:cNvSpPr/>
              <p:nvPr/>
            </p:nvSpPr>
            <p:spPr>
              <a:xfrm>
                <a:off x="1932280" y="1331475"/>
                <a:ext cx="637146" cy="62184"/>
              </a:xfrm>
              <a:custGeom>
                <a:avLst/>
                <a:gdLst/>
                <a:ahLst/>
                <a:cxnLst/>
                <a:rect l="l" t="t" r="r" b="b"/>
                <a:pathLst>
                  <a:path w="729" h="71" extrusionOk="0">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1415;p46"/>
              <p:cNvSpPr/>
              <p:nvPr/>
            </p:nvSpPr>
            <p:spPr>
              <a:xfrm>
                <a:off x="1959067"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1416;p46"/>
              <p:cNvSpPr/>
              <p:nvPr/>
            </p:nvSpPr>
            <p:spPr>
              <a:xfrm>
                <a:off x="2003074" y="1348695"/>
                <a:ext cx="288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1417;p46"/>
              <p:cNvSpPr/>
              <p:nvPr/>
            </p:nvSpPr>
            <p:spPr>
              <a:xfrm>
                <a:off x="2047081" y="1348695"/>
                <a:ext cx="29700" cy="288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1418;p46"/>
              <p:cNvSpPr/>
              <p:nvPr/>
            </p:nvSpPr>
            <p:spPr>
              <a:xfrm>
                <a:off x="2045167" y="1431925"/>
                <a:ext cx="411300" cy="41130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1419;p46"/>
              <p:cNvSpPr/>
              <p:nvPr/>
            </p:nvSpPr>
            <p:spPr>
              <a:xfrm>
                <a:off x="2115004" y="1502719"/>
                <a:ext cx="264042" cy="264042"/>
              </a:xfrm>
              <a:custGeom>
                <a:avLst/>
                <a:gdLst/>
                <a:ahLst/>
                <a:cxnLst/>
                <a:rect l="l" t="t" r="r" b="b"/>
                <a:pathLst>
                  <a:path w="302" h="301" extrusionOk="0">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1420;p46"/>
              <p:cNvSpPr/>
              <p:nvPr/>
            </p:nvSpPr>
            <p:spPr>
              <a:xfrm>
                <a:off x="2093958" y="1495066"/>
                <a:ext cx="130108" cy="123412"/>
              </a:xfrm>
              <a:custGeom>
                <a:avLst/>
                <a:gdLst/>
                <a:ahLst/>
                <a:cxnLst/>
                <a:rect l="l" t="t" r="r" b="b"/>
                <a:pathLst>
                  <a:path w="149" h="141" extrusionOk="0">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2" name="Google Shape;1421;p46"/>
            <p:cNvSpPr/>
            <p:nvPr/>
          </p:nvSpPr>
          <p:spPr>
            <a:xfrm>
              <a:off x="6979977" y="3349174"/>
              <a:ext cx="232055" cy="382764"/>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1422;p46"/>
            <p:cNvSpPr/>
            <p:nvPr/>
          </p:nvSpPr>
          <p:spPr>
            <a:xfrm>
              <a:off x="6594533" y="924631"/>
              <a:ext cx="301600" cy="49757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1423;p46"/>
            <p:cNvSpPr/>
            <p:nvPr/>
          </p:nvSpPr>
          <p:spPr>
            <a:xfrm>
              <a:off x="5875411" y="1319404"/>
              <a:ext cx="200575" cy="197948"/>
            </a:xfrm>
            <a:custGeom>
              <a:avLst/>
              <a:gdLst/>
              <a:ahLst/>
              <a:cxnLst/>
              <a:rect l="l" t="t" r="r" b="b"/>
              <a:pathLst>
                <a:path w="835" h="823" extrusionOk="0">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1424;p46"/>
            <p:cNvSpPr/>
            <p:nvPr/>
          </p:nvSpPr>
          <p:spPr>
            <a:xfrm>
              <a:off x="5619684" y="3111425"/>
              <a:ext cx="157450" cy="259725"/>
            </a:xfrm>
            <a:custGeom>
              <a:avLst/>
              <a:gdLst/>
              <a:ahLst/>
              <a:cxnLst/>
              <a:rect l="l" t="t" r="r" b="b"/>
              <a:pathLst>
                <a:path w="271" h="447" extrusionOk="0">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6" name="Google Shape;1425;p46"/>
            <p:cNvGrpSpPr/>
            <p:nvPr/>
          </p:nvGrpSpPr>
          <p:grpSpPr>
            <a:xfrm>
              <a:off x="7530569" y="1422202"/>
              <a:ext cx="415198" cy="415198"/>
              <a:chOff x="1404969" y="1106377"/>
              <a:chExt cx="415198" cy="415198"/>
            </a:xfrm>
          </p:grpSpPr>
          <p:sp>
            <p:nvSpPr>
              <p:cNvPr id="27" name="Google Shape;1426;p46"/>
              <p:cNvSpPr/>
              <p:nvPr/>
            </p:nvSpPr>
            <p:spPr>
              <a:xfrm>
                <a:off x="1404969" y="1106377"/>
                <a:ext cx="415198" cy="415198"/>
              </a:xfrm>
              <a:custGeom>
                <a:avLst/>
                <a:gdLst/>
                <a:ahLst/>
                <a:cxnLst/>
                <a:rect l="l" t="t" r="r" b="b"/>
                <a:pathLst>
                  <a:path w="474" h="474" extrusionOk="0">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1427;p46"/>
              <p:cNvSpPr/>
              <p:nvPr/>
            </p:nvSpPr>
            <p:spPr>
              <a:xfrm>
                <a:off x="1460456" y="1163778"/>
                <a:ext cx="304223" cy="299440"/>
              </a:xfrm>
              <a:custGeom>
                <a:avLst/>
                <a:gdLst/>
                <a:ahLst/>
                <a:cxnLst/>
                <a:rect l="l" t="t" r="r" b="b"/>
                <a:pathLst>
                  <a:path w="348" h="343" extrusionOk="0">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5114226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Statistics and Data Analysis - 6th Grade by Slidesgo">
  <a:themeElements>
    <a:clrScheme name="Simple Light">
      <a:dk1>
        <a:srgbClr val="334157"/>
      </a:dk1>
      <a:lt1>
        <a:srgbClr val="4C69B2"/>
      </a:lt1>
      <a:dk2>
        <a:srgbClr val="FDFDFD"/>
      </a:dk2>
      <a:lt2>
        <a:srgbClr val="6389EB"/>
      </a:lt2>
      <a:accent1>
        <a:srgbClr val="CBDDFA"/>
      </a:accent1>
      <a:accent2>
        <a:srgbClr val="FF4949"/>
      </a:accent2>
      <a:accent3>
        <a:srgbClr val="FF7A78"/>
      </a:accent3>
      <a:accent4>
        <a:srgbClr val="FF9D35"/>
      </a:accent4>
      <a:accent5>
        <a:srgbClr val="FFC53A"/>
      </a:accent5>
      <a:accent6>
        <a:srgbClr val="EBEBEB"/>
      </a:accent6>
      <a:hlink>
        <a:srgbClr val="3341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996</TotalTime>
  <Words>1556</Words>
  <Application>Microsoft Office PowerPoint</Application>
  <PresentationFormat>On-screen Show (16:9)</PresentationFormat>
  <Paragraphs>185</Paragraphs>
  <Slides>29</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DM Sans</vt:lpstr>
      <vt:lpstr>Courier New</vt:lpstr>
      <vt:lpstr>Wingdings</vt:lpstr>
      <vt:lpstr>Baloo 2 ExtraBold</vt:lpstr>
      <vt:lpstr>Arial</vt:lpstr>
      <vt:lpstr>Calibri</vt:lpstr>
      <vt:lpstr>Roboto</vt:lpstr>
      <vt:lpstr>Anaheim</vt:lpstr>
      <vt:lpstr>Nunito Light</vt:lpstr>
      <vt:lpstr>Statistics and Data Analysis - 6th Grade by Slidesgo</vt:lpstr>
      <vt:lpstr>Air Quality Prediction.</vt:lpstr>
      <vt:lpstr>01</vt:lpstr>
      <vt:lpstr>Introduction</vt:lpstr>
      <vt:lpstr>Project Objectives</vt:lpstr>
      <vt:lpstr>OBJECTIVES</vt:lpstr>
      <vt:lpstr>Datasets Description</vt:lpstr>
      <vt:lpstr>Datasets Description – cont’d</vt:lpstr>
      <vt:lpstr>Steps Involved in this Project</vt:lpstr>
      <vt:lpstr>Data Processing</vt:lpstr>
      <vt:lpstr>Data Processing</vt:lpstr>
      <vt:lpstr>Data Processing</vt:lpstr>
      <vt:lpstr>Data Processing</vt:lpstr>
      <vt:lpstr>PowerPoint Presentation</vt:lpstr>
      <vt:lpstr>PowerPoint Presentation</vt:lpstr>
      <vt:lpstr>PowerPoint Presentation</vt:lpstr>
      <vt:lpstr>PowerPoint Presentation</vt:lpstr>
      <vt:lpstr>PowerPoint Presentation</vt:lpstr>
      <vt:lpstr>PowerPoint Presentation</vt:lpstr>
      <vt:lpstr>Model Building &amp; Forecasting</vt:lpstr>
      <vt:lpstr>PowerPoint Presentation</vt:lpstr>
      <vt:lpstr>PowerPoint Presentation</vt:lpstr>
      <vt:lpstr>PowerPoint Presentation</vt:lpstr>
      <vt:lpstr>PowerPoint Presentation</vt:lpstr>
      <vt:lpstr>PowerPoint Presentation</vt:lpstr>
      <vt:lpstr>PowerPoint Presentation</vt:lpstr>
      <vt:lpstr>Performance Comparison Visualization</vt:lpstr>
      <vt:lpstr>PowerPoint Presentation</vt:lpstr>
      <vt:lpstr>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Qaulity Prediction.</dc:title>
  <dc:creator>Gilbert Darlington Yeboah</dc:creator>
  <cp:lastModifiedBy>anas shabalah</cp:lastModifiedBy>
  <cp:revision>42</cp:revision>
  <dcterms:modified xsi:type="dcterms:W3CDTF">2025-09-26T22:45:12Z</dcterms:modified>
</cp:coreProperties>
</file>